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comments/comment1.xml" ContentType="application/vnd.openxmlformats-officedocument.presentationml.comment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9" r:id="rId3"/>
    <p:sldId id="260" r:id="rId4"/>
    <p:sldId id="261" r:id="rId5"/>
    <p:sldId id="275" r:id="rId6"/>
    <p:sldId id="276" r:id="rId7"/>
    <p:sldId id="288" r:id="rId8"/>
    <p:sldId id="283" r:id="rId9"/>
    <p:sldId id="284" r:id="rId10"/>
    <p:sldId id="277" r:id="rId11"/>
    <p:sldId id="289" r:id="rId12"/>
    <p:sldId id="285" r:id="rId13"/>
    <p:sldId id="279" r:id="rId14"/>
    <p:sldId id="290" r:id="rId15"/>
    <p:sldId id="278" r:id="rId16"/>
    <p:sldId id="281" r:id="rId17"/>
    <p:sldId id="286" r:id="rId18"/>
    <p:sldId id="282" r:id="rId19"/>
    <p:sldId id="291" r:id="rId20"/>
    <p:sldId id="272" r:id="rId21"/>
    <p:sldId id="273" r:id="rId22"/>
    <p:sldId id="274" r:id="rId23"/>
    <p:sldId id="262" r:id="rId24"/>
    <p:sldId id="292" r:id="rId25"/>
    <p:sldId id="287" r:id="rId26"/>
    <p:sldId id="263" r:id="rId27"/>
    <p:sldId id="271" r:id="rId28"/>
    <p:sldId id="265" r:id="rId29"/>
    <p:sldId id="270" r:id="rId30"/>
    <p:sldId id="258" r:id="rId31"/>
  </p:sldIdLst>
  <p:sldSz cx="9144000" cy="6858000" type="screen4x3"/>
  <p:notesSz cx="7099300" cy="1022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FE14C2-23AC-405E-A492-D8A1FAA4AE46}">
          <p14:sldIdLst>
            <p14:sldId id="256"/>
            <p14:sldId id="259"/>
            <p14:sldId id="260"/>
            <p14:sldId id="261"/>
            <p14:sldId id="275"/>
            <p14:sldId id="276"/>
            <p14:sldId id="288"/>
            <p14:sldId id="283"/>
            <p14:sldId id="284"/>
            <p14:sldId id="277"/>
            <p14:sldId id="289"/>
            <p14:sldId id="285"/>
            <p14:sldId id="279"/>
            <p14:sldId id="290"/>
            <p14:sldId id="278"/>
            <p14:sldId id="281"/>
            <p14:sldId id="286"/>
            <p14:sldId id="282"/>
            <p14:sldId id="291"/>
            <p14:sldId id="272"/>
            <p14:sldId id="273"/>
            <p14:sldId id="274"/>
            <p14:sldId id="262"/>
            <p14:sldId id="292"/>
            <p14:sldId id="287"/>
            <p14:sldId id="263"/>
            <p14:sldId id="271"/>
            <p14:sldId id="265"/>
            <p14:sldId id="270"/>
            <p14:sldId id="25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deep Chandrasekaran" initials="SC" lastIdx="6" clrIdx="0">
    <p:extLst>
      <p:ext uri="{19B8F6BF-5375-455C-9EA6-DF929625EA0E}">
        <p15:presenceInfo xmlns:p15="http://schemas.microsoft.com/office/powerpoint/2012/main" userId="S::sudeep.c@sedemac.com::df8fc42d-354b-4dca-a15b-7b378ec105d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B2BCEC-BB48-4BD7-A0F6-AFFECCFBC69D}" v="4" dt="2021-07-20T07:26:07.296"/>
    <p1510:client id="{804B8C98-39E8-41E7-A1AB-C8DDE4543EC0}" v="22" dt="2021-07-21T07:04:50.706"/>
    <p1510:client id="{B231DFE1-B21D-45A2-A92F-AF37C1823B2E}" v="2" dt="2021-07-20T07:03:42.226"/>
    <p1510:client id="{F76CC51D-ECD1-4932-B3CA-069AE0C7B7B0}" v="299" dt="2021-07-20T13:22:56.0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8265" autoAdjust="0"/>
  </p:normalViewPr>
  <p:slideViewPr>
    <p:cSldViewPr snapToGrid="0">
      <p:cViewPr varScale="1">
        <p:scale>
          <a:sx n="76" d="100"/>
          <a:sy n="76" d="100"/>
        </p:scale>
        <p:origin x="1666" y="6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deep Chandrasekaran" userId="S::sudeep.c@sedemac.com::df8fc42d-354b-4dca-a15b-7b378ec105d0" providerId="AD" clId="Web-{B231DFE1-B21D-45A2-A92F-AF37C1823B2E}"/>
    <pc:docChg chg="">
      <pc:chgData name="Sudeep Chandrasekaran" userId="S::sudeep.c@sedemac.com::df8fc42d-354b-4dca-a15b-7b378ec105d0" providerId="AD" clId="Web-{B231DFE1-B21D-45A2-A92F-AF37C1823B2E}" dt="2021-07-20T07:03:42.226" v="1"/>
      <pc:docMkLst>
        <pc:docMk/>
      </pc:docMkLst>
      <pc:sldChg chg="addCm">
        <pc:chgData name="Sudeep Chandrasekaran" userId="S::sudeep.c@sedemac.com::df8fc42d-354b-4dca-a15b-7b378ec105d0" providerId="AD" clId="Web-{B231DFE1-B21D-45A2-A92F-AF37C1823B2E}" dt="2021-07-20T07:03:42.226" v="1"/>
        <pc:sldMkLst>
          <pc:docMk/>
          <pc:sldMk cId="1439591494" sldId="259"/>
        </pc:sldMkLst>
      </pc:sldChg>
    </pc:docChg>
  </pc:docChgLst>
  <pc:docChgLst>
    <pc:chgData name="Naveen Ramaswamy" userId="294402153de7d7c0" providerId="LiveId" clId="{5FB21455-9E63-4AD3-9452-3137CF771FEE}"/>
    <pc:docChg chg="undo redo custSel addSld delSld modSld modMainMaster addSection delSection modSection">
      <pc:chgData name="Naveen Ramaswamy" userId="294402153de7d7c0" providerId="LiveId" clId="{5FB21455-9E63-4AD3-9452-3137CF771FEE}" dt="2021-07-19T14:22:22.104" v="7279" actId="1076"/>
      <pc:docMkLst>
        <pc:docMk/>
      </pc:docMkLst>
      <pc:sldChg chg="modSp mod">
        <pc:chgData name="Naveen Ramaswamy" userId="294402153de7d7c0" providerId="LiveId" clId="{5FB21455-9E63-4AD3-9452-3137CF771FEE}" dt="2021-07-16T05:52:05.189" v="30" actId="20577"/>
        <pc:sldMkLst>
          <pc:docMk/>
          <pc:sldMk cId="0" sldId="256"/>
        </pc:sldMkLst>
        <pc:spChg chg="mod">
          <ac:chgData name="Naveen Ramaswamy" userId="294402153de7d7c0" providerId="LiveId" clId="{5FB21455-9E63-4AD3-9452-3137CF771FEE}" dt="2021-07-16T05:52:05.189" v="30" actId="20577"/>
          <ac:spMkLst>
            <pc:docMk/>
            <pc:sldMk cId="0" sldId="256"/>
            <ac:spMk id="124" creationId="{00000000-0000-0000-0000-000000000000}"/>
          </ac:spMkLst>
        </pc:spChg>
      </pc:sldChg>
      <pc:sldChg chg="delSp modSp mod">
        <pc:chgData name="Naveen Ramaswamy" userId="294402153de7d7c0" providerId="LiveId" clId="{5FB21455-9E63-4AD3-9452-3137CF771FEE}" dt="2021-07-19T08:54:08.002" v="6089" actId="20577"/>
        <pc:sldMkLst>
          <pc:docMk/>
          <pc:sldMk cId="1439591494" sldId="259"/>
        </pc:sldMkLst>
        <pc:spChg chg="mod">
          <ac:chgData name="Naveen Ramaswamy" userId="294402153de7d7c0" providerId="LiveId" clId="{5FB21455-9E63-4AD3-9452-3137CF771FEE}" dt="2021-07-19T08:54:08.002" v="6089" actId="20577"/>
          <ac:spMkLst>
            <pc:docMk/>
            <pc:sldMk cId="1439591494" sldId="259"/>
            <ac:spMk id="11" creationId="{0ED0043F-E864-41AF-B34D-DD62E9257300}"/>
          </ac:spMkLst>
        </pc:spChg>
        <pc:picChg chg="del">
          <ac:chgData name="Naveen Ramaswamy" userId="294402153de7d7c0" providerId="LiveId" clId="{5FB21455-9E63-4AD3-9452-3137CF771FEE}" dt="2021-07-16T05:54:50.611" v="38" actId="478"/>
          <ac:picMkLst>
            <pc:docMk/>
            <pc:sldMk cId="1439591494" sldId="259"/>
            <ac:picMk id="4" creationId="{3AB8269D-08B3-457B-A4FF-0E3F6F665E9B}"/>
          </ac:picMkLst>
        </pc:picChg>
      </pc:sldChg>
      <pc:sldChg chg="delSp modSp mod">
        <pc:chgData name="Naveen Ramaswamy" userId="294402153de7d7c0" providerId="LiveId" clId="{5FB21455-9E63-4AD3-9452-3137CF771FEE}" dt="2021-07-18T11:49:06.890" v="1561"/>
        <pc:sldMkLst>
          <pc:docMk/>
          <pc:sldMk cId="1818486649" sldId="260"/>
        </pc:sldMkLst>
        <pc:spChg chg="mod">
          <ac:chgData name="Naveen Ramaswamy" userId="294402153de7d7c0" providerId="LiveId" clId="{5FB21455-9E63-4AD3-9452-3137CF771FEE}" dt="2021-07-16T06:04:44.904" v="52" actId="20577"/>
          <ac:spMkLst>
            <pc:docMk/>
            <pc:sldMk cId="1818486649" sldId="260"/>
            <ac:spMk id="2" creationId="{F7741083-26A2-4120-A02D-1F6353F1F421}"/>
          </ac:spMkLst>
        </pc:spChg>
        <pc:spChg chg="mod">
          <ac:chgData name="Naveen Ramaswamy" userId="294402153de7d7c0" providerId="LiveId" clId="{5FB21455-9E63-4AD3-9452-3137CF771FEE}" dt="2021-07-18T11:49:06.890" v="1561"/>
          <ac:spMkLst>
            <pc:docMk/>
            <pc:sldMk cId="1818486649" sldId="260"/>
            <ac:spMk id="6" creationId="{4FD88144-3DCF-40D1-AD2A-87CDAA44C57B}"/>
          </ac:spMkLst>
        </pc:spChg>
        <pc:picChg chg="del">
          <ac:chgData name="Naveen Ramaswamy" userId="294402153de7d7c0" providerId="LiveId" clId="{5FB21455-9E63-4AD3-9452-3137CF771FEE}" dt="2021-07-16T06:25:43.874" v="56" actId="478"/>
          <ac:picMkLst>
            <pc:docMk/>
            <pc:sldMk cId="1818486649" sldId="260"/>
            <ac:picMk id="8" creationId="{CF74E794-E06F-4D7A-BE6D-FA6FFA27E94F}"/>
          </ac:picMkLst>
        </pc:picChg>
        <pc:picChg chg="del">
          <ac:chgData name="Naveen Ramaswamy" userId="294402153de7d7c0" providerId="LiveId" clId="{5FB21455-9E63-4AD3-9452-3137CF771FEE}" dt="2021-07-16T06:46:17.962" v="175" actId="478"/>
          <ac:picMkLst>
            <pc:docMk/>
            <pc:sldMk cId="1818486649" sldId="260"/>
            <ac:picMk id="9" creationId="{D7F54C94-B1DB-47EE-895F-866787EDB164}"/>
          </ac:picMkLst>
        </pc:picChg>
      </pc:sldChg>
      <pc:sldChg chg="modSp mod">
        <pc:chgData name="Naveen Ramaswamy" userId="294402153de7d7c0" providerId="LiveId" clId="{5FB21455-9E63-4AD3-9452-3137CF771FEE}" dt="2021-07-18T11:49:03.625" v="1558" actId="6549"/>
        <pc:sldMkLst>
          <pc:docMk/>
          <pc:sldMk cId="1651815172" sldId="261"/>
        </pc:sldMkLst>
        <pc:spChg chg="mod">
          <ac:chgData name="Naveen Ramaswamy" userId="294402153de7d7c0" providerId="LiveId" clId="{5FB21455-9E63-4AD3-9452-3137CF771FEE}" dt="2021-07-18T11:49:03.625" v="1558" actId="6549"/>
          <ac:spMkLst>
            <pc:docMk/>
            <pc:sldMk cId="1651815172" sldId="261"/>
            <ac:spMk id="6" creationId="{C1EC3847-E0A6-44C1-AE7A-E23FC83C303C}"/>
          </ac:spMkLst>
        </pc:spChg>
      </pc:sldChg>
      <pc:sldChg chg="modSp mod">
        <pc:chgData name="Naveen Ramaswamy" userId="294402153de7d7c0" providerId="LiveId" clId="{5FB21455-9E63-4AD3-9452-3137CF771FEE}" dt="2021-07-18T17:31:47.192" v="5136" actId="1076"/>
        <pc:sldMkLst>
          <pc:docMk/>
          <pc:sldMk cId="2051322850" sldId="262"/>
        </pc:sldMkLst>
        <pc:spChg chg="mod">
          <ac:chgData name="Naveen Ramaswamy" userId="294402153de7d7c0" providerId="LiveId" clId="{5FB21455-9E63-4AD3-9452-3137CF771FEE}" dt="2021-07-18T17:31:47.192" v="5136" actId="1076"/>
          <ac:spMkLst>
            <pc:docMk/>
            <pc:sldMk cId="2051322850" sldId="262"/>
            <ac:spMk id="126" creationId="{A8AB833C-2E83-4F27-B9F8-8570F9950899}"/>
          </ac:spMkLst>
        </pc:spChg>
      </pc:sldChg>
      <pc:sldChg chg="addSp delSp modSp mod">
        <pc:chgData name="Naveen Ramaswamy" userId="294402153de7d7c0" providerId="LiveId" clId="{5FB21455-9E63-4AD3-9452-3137CF771FEE}" dt="2021-07-18T05:02:54.847" v="1465" actId="255"/>
        <pc:sldMkLst>
          <pc:docMk/>
          <pc:sldMk cId="2463422336" sldId="263"/>
        </pc:sldMkLst>
        <pc:spChg chg="mod">
          <ac:chgData name="Naveen Ramaswamy" userId="294402153de7d7c0" providerId="LiveId" clId="{5FB21455-9E63-4AD3-9452-3137CF771FEE}" dt="2021-07-18T05:02:54.847" v="1465" actId="255"/>
          <ac:spMkLst>
            <pc:docMk/>
            <pc:sldMk cId="2463422336" sldId="263"/>
            <ac:spMk id="4" creationId="{7FE48D69-60BB-4880-8B5E-9E90EC2955D7}"/>
          </ac:spMkLst>
        </pc:spChg>
        <pc:grpChg chg="add del mod">
          <ac:chgData name="Naveen Ramaswamy" userId="294402153de7d7c0" providerId="LiveId" clId="{5FB21455-9E63-4AD3-9452-3137CF771FEE}" dt="2021-07-16T06:48:21.958" v="183" actId="478"/>
          <ac:grpSpMkLst>
            <pc:docMk/>
            <pc:sldMk cId="2463422336" sldId="263"/>
            <ac:grpSpMk id="3" creationId="{A2A802D8-AEA7-457D-8563-59789DD113C0}"/>
          </ac:grpSpMkLst>
        </pc:grpChg>
        <pc:picChg chg="del">
          <ac:chgData name="Naveen Ramaswamy" userId="294402153de7d7c0" providerId="LiveId" clId="{5FB21455-9E63-4AD3-9452-3137CF771FEE}" dt="2021-07-16T06:48:00.695" v="177" actId="478"/>
          <ac:picMkLst>
            <pc:docMk/>
            <pc:sldMk cId="2463422336" sldId="263"/>
            <ac:picMk id="7" creationId="{338E14A9-2718-4872-9627-804D40512E53}"/>
          </ac:picMkLst>
        </pc:picChg>
        <pc:picChg chg="add del">
          <ac:chgData name="Naveen Ramaswamy" userId="294402153de7d7c0" providerId="LiveId" clId="{5FB21455-9E63-4AD3-9452-3137CF771FEE}" dt="2021-07-16T06:48:00.695" v="177" actId="478"/>
          <ac:picMkLst>
            <pc:docMk/>
            <pc:sldMk cId="2463422336" sldId="263"/>
            <ac:picMk id="1026" creationId="{AF4667C4-04E5-4E0C-9B6E-11AF018BDBC9}"/>
          </ac:picMkLst>
        </pc:picChg>
        <pc:picChg chg="add del">
          <ac:chgData name="Naveen Ramaswamy" userId="294402153de7d7c0" providerId="LiveId" clId="{5FB21455-9E63-4AD3-9452-3137CF771FEE}" dt="2021-07-16T06:48:00.695" v="177" actId="478"/>
          <ac:picMkLst>
            <pc:docMk/>
            <pc:sldMk cId="2463422336" sldId="263"/>
            <ac:picMk id="1027" creationId="{B3A8757A-A63A-47E7-A37E-B030F86CD837}"/>
          </ac:picMkLst>
        </pc:picChg>
        <pc:picChg chg="add del mod">
          <ac:chgData name="Naveen Ramaswamy" userId="294402153de7d7c0" providerId="LiveId" clId="{5FB21455-9E63-4AD3-9452-3137CF771FEE}" dt="2021-07-16T06:48:21.958" v="183" actId="478"/>
          <ac:picMkLst>
            <pc:docMk/>
            <pc:sldMk cId="2463422336" sldId="263"/>
            <ac:picMk id="1029" creationId="{1155CF88-6C80-4095-8BAC-3507A82F6AE8}"/>
          </ac:picMkLst>
        </pc:picChg>
        <pc:picChg chg="add mod">
          <ac:chgData name="Naveen Ramaswamy" userId="294402153de7d7c0" providerId="LiveId" clId="{5FB21455-9E63-4AD3-9452-3137CF771FEE}" dt="2021-07-16T06:49:03.725" v="189" actId="14100"/>
          <ac:picMkLst>
            <pc:docMk/>
            <pc:sldMk cId="2463422336" sldId="263"/>
            <ac:picMk id="1030" creationId="{3955B487-D21C-4F63-8EE0-568E462D3494}"/>
          </ac:picMkLst>
        </pc:picChg>
      </pc:sldChg>
      <pc:sldChg chg="del">
        <pc:chgData name="Naveen Ramaswamy" userId="294402153de7d7c0" providerId="LiveId" clId="{5FB21455-9E63-4AD3-9452-3137CF771FEE}" dt="2021-07-16T15:53:47.376" v="668" actId="47"/>
        <pc:sldMkLst>
          <pc:docMk/>
          <pc:sldMk cId="4241722630" sldId="264"/>
        </pc:sldMkLst>
      </pc:sldChg>
      <pc:sldChg chg="addSp delSp modSp mod">
        <pc:chgData name="Naveen Ramaswamy" userId="294402153de7d7c0" providerId="LiveId" clId="{5FB21455-9E63-4AD3-9452-3137CF771FEE}" dt="2021-07-18T05:03:11.916" v="1468" actId="255"/>
        <pc:sldMkLst>
          <pc:docMk/>
          <pc:sldMk cId="1441903690" sldId="265"/>
        </pc:sldMkLst>
        <pc:spChg chg="mod">
          <ac:chgData name="Naveen Ramaswamy" userId="294402153de7d7c0" providerId="LiveId" clId="{5FB21455-9E63-4AD3-9452-3137CF771FEE}" dt="2021-07-18T05:03:11.916" v="1468" actId="255"/>
          <ac:spMkLst>
            <pc:docMk/>
            <pc:sldMk cId="1441903690" sldId="265"/>
            <ac:spMk id="7" creationId="{2C7231EB-88BE-43BD-9D06-9BCD8CF5AA35}"/>
          </ac:spMkLst>
        </pc:spChg>
        <pc:picChg chg="del">
          <ac:chgData name="Naveen Ramaswamy" userId="294402153de7d7c0" providerId="LiveId" clId="{5FB21455-9E63-4AD3-9452-3137CF771FEE}" dt="2021-07-16T08:34:58.594" v="208" actId="478"/>
          <ac:picMkLst>
            <pc:docMk/>
            <pc:sldMk cId="1441903690" sldId="265"/>
            <ac:picMk id="4" creationId="{D84BCBC0-4887-4637-A7CD-E7912DDE4E18}"/>
          </ac:picMkLst>
        </pc:picChg>
        <pc:picChg chg="add mod">
          <ac:chgData name="Naveen Ramaswamy" userId="294402153de7d7c0" providerId="LiveId" clId="{5FB21455-9E63-4AD3-9452-3137CF771FEE}" dt="2021-07-16T09:12:43.792" v="239" actId="14100"/>
          <ac:picMkLst>
            <pc:docMk/>
            <pc:sldMk cId="1441903690" sldId="265"/>
            <ac:picMk id="6" creationId="{C49D1299-3EFB-48F4-A2E9-25905F6699B8}"/>
          </ac:picMkLst>
        </pc:picChg>
        <pc:picChg chg="add del mod">
          <ac:chgData name="Naveen Ramaswamy" userId="294402153de7d7c0" providerId="LiveId" clId="{5FB21455-9E63-4AD3-9452-3137CF771FEE}" dt="2021-07-16T08:35:41.275" v="212"/>
          <ac:picMkLst>
            <pc:docMk/>
            <pc:sldMk cId="1441903690" sldId="265"/>
            <ac:picMk id="2050" creationId="{397A2284-3526-41E6-A5FA-B96F71295D77}"/>
          </ac:picMkLst>
        </pc:picChg>
      </pc:sldChg>
      <pc:sldChg chg="del">
        <pc:chgData name="Naveen Ramaswamy" userId="294402153de7d7c0" providerId="LiveId" clId="{5FB21455-9E63-4AD3-9452-3137CF771FEE}" dt="2021-07-16T15:53:54.932" v="671" actId="47"/>
        <pc:sldMkLst>
          <pc:docMk/>
          <pc:sldMk cId="3894940997" sldId="267"/>
        </pc:sldMkLst>
      </pc:sldChg>
      <pc:sldChg chg="del">
        <pc:chgData name="Naveen Ramaswamy" userId="294402153de7d7c0" providerId="LiveId" clId="{5FB21455-9E63-4AD3-9452-3137CF771FEE}" dt="2021-07-16T15:53:53.314" v="670" actId="47"/>
        <pc:sldMkLst>
          <pc:docMk/>
          <pc:sldMk cId="1138636007" sldId="268"/>
        </pc:sldMkLst>
      </pc:sldChg>
      <pc:sldChg chg="del">
        <pc:chgData name="Naveen Ramaswamy" userId="294402153de7d7c0" providerId="LiveId" clId="{5FB21455-9E63-4AD3-9452-3137CF771FEE}" dt="2021-07-16T15:53:51.282" v="669" actId="47"/>
        <pc:sldMkLst>
          <pc:docMk/>
          <pc:sldMk cId="1294235134" sldId="269"/>
        </pc:sldMkLst>
      </pc:sldChg>
      <pc:sldChg chg="modSp mod">
        <pc:chgData name="Naveen Ramaswamy" userId="294402153de7d7c0" providerId="LiveId" clId="{5FB21455-9E63-4AD3-9452-3137CF771FEE}" dt="2021-07-19T03:40:49.458" v="5258" actId="1076"/>
        <pc:sldMkLst>
          <pc:docMk/>
          <pc:sldMk cId="732813410" sldId="270"/>
        </pc:sldMkLst>
        <pc:spChg chg="mod">
          <ac:chgData name="Naveen Ramaswamy" userId="294402153de7d7c0" providerId="LiveId" clId="{5FB21455-9E63-4AD3-9452-3137CF771FEE}" dt="2021-07-19T03:40:43.816" v="5257" actId="1076"/>
          <ac:spMkLst>
            <pc:docMk/>
            <pc:sldMk cId="732813410" sldId="270"/>
            <ac:spMk id="2" creationId="{33527258-A115-496F-B2DC-92EC3A950E18}"/>
          </ac:spMkLst>
        </pc:spChg>
        <pc:spChg chg="mod">
          <ac:chgData name="Naveen Ramaswamy" userId="294402153de7d7c0" providerId="LiveId" clId="{5FB21455-9E63-4AD3-9452-3137CF771FEE}" dt="2021-07-19T03:40:49.458" v="5258" actId="1076"/>
          <ac:spMkLst>
            <pc:docMk/>
            <pc:sldMk cId="732813410" sldId="270"/>
            <ac:spMk id="4" creationId="{0D9026B1-2D6F-45AD-BDDF-2C244A9436EA}"/>
          </ac:spMkLst>
        </pc:spChg>
        <pc:spChg chg="mod">
          <ac:chgData name="Naveen Ramaswamy" userId="294402153de7d7c0" providerId="LiveId" clId="{5FB21455-9E63-4AD3-9452-3137CF771FEE}" dt="2021-07-18T05:03:38.456" v="1474" actId="1076"/>
          <ac:spMkLst>
            <pc:docMk/>
            <pc:sldMk cId="732813410" sldId="270"/>
            <ac:spMk id="5" creationId="{338E55DE-1F3A-4C31-B32D-3401171EBB46}"/>
          </ac:spMkLst>
        </pc:spChg>
      </pc:sldChg>
      <pc:sldChg chg="addSp delSp modSp new mod">
        <pc:chgData name="Naveen Ramaswamy" userId="294402153de7d7c0" providerId="LiveId" clId="{5FB21455-9E63-4AD3-9452-3137CF771FEE}" dt="2021-07-18T05:03:02.641" v="1467" actId="1076"/>
        <pc:sldMkLst>
          <pc:docMk/>
          <pc:sldMk cId="137754224" sldId="271"/>
        </pc:sldMkLst>
        <pc:spChg chg="mod">
          <ac:chgData name="Naveen Ramaswamy" userId="294402153de7d7c0" providerId="LiveId" clId="{5FB21455-9E63-4AD3-9452-3137CF771FEE}" dt="2021-07-16T12:37:08.504" v="280" actId="122"/>
          <ac:spMkLst>
            <pc:docMk/>
            <pc:sldMk cId="137754224" sldId="271"/>
            <ac:spMk id="2" creationId="{830C8CFD-02DB-477B-8A4D-DDFA121E2BF0}"/>
          </ac:spMkLst>
        </pc:spChg>
        <pc:spChg chg="del mod">
          <ac:chgData name="Naveen Ramaswamy" userId="294402153de7d7c0" providerId="LiveId" clId="{5FB21455-9E63-4AD3-9452-3137CF771FEE}" dt="2021-07-16T12:36:17.133" v="264" actId="478"/>
          <ac:spMkLst>
            <pc:docMk/>
            <pc:sldMk cId="137754224" sldId="271"/>
            <ac:spMk id="3" creationId="{ADFA2FBD-EFCA-4D3E-8772-C70FD2273F9B}"/>
          </ac:spMkLst>
        </pc:spChg>
        <pc:spChg chg="add del mod">
          <ac:chgData name="Naveen Ramaswamy" userId="294402153de7d7c0" providerId="LiveId" clId="{5FB21455-9E63-4AD3-9452-3137CF771FEE}" dt="2021-07-16T12:36:21.910" v="267" actId="478"/>
          <ac:spMkLst>
            <pc:docMk/>
            <pc:sldMk cId="137754224" sldId="271"/>
            <ac:spMk id="5" creationId="{0C8D7D95-47BB-4674-82B5-C9EBFBCA6E37}"/>
          </ac:spMkLst>
        </pc:spChg>
        <pc:spChg chg="add mod">
          <ac:chgData name="Naveen Ramaswamy" userId="294402153de7d7c0" providerId="LiveId" clId="{5FB21455-9E63-4AD3-9452-3137CF771FEE}" dt="2021-07-18T05:03:02.641" v="1467" actId="1076"/>
          <ac:spMkLst>
            <pc:docMk/>
            <pc:sldMk cId="137754224" sldId="271"/>
            <ac:spMk id="6" creationId="{3141CCA8-8ACD-44F0-BC72-6D02E2F1E1FC}"/>
          </ac:spMkLst>
        </pc:spChg>
      </pc:sldChg>
      <pc:sldChg chg="addSp delSp modSp new mod">
        <pc:chgData name="Naveen Ramaswamy" userId="294402153de7d7c0" providerId="LiveId" clId="{5FB21455-9E63-4AD3-9452-3137CF771FEE}" dt="2021-07-18T05:02:26.912" v="1459" actId="255"/>
        <pc:sldMkLst>
          <pc:docMk/>
          <pc:sldMk cId="4153206105" sldId="272"/>
        </pc:sldMkLst>
        <pc:spChg chg="mod">
          <ac:chgData name="Naveen Ramaswamy" userId="294402153de7d7c0" providerId="LiveId" clId="{5FB21455-9E63-4AD3-9452-3137CF771FEE}" dt="2021-07-16T12:59:58.610" v="291" actId="113"/>
          <ac:spMkLst>
            <pc:docMk/>
            <pc:sldMk cId="4153206105" sldId="272"/>
            <ac:spMk id="2" creationId="{A311C55D-8F73-4E7F-A79C-C9FD5301222C}"/>
          </ac:spMkLst>
        </pc:spChg>
        <pc:spChg chg="del mod">
          <ac:chgData name="Naveen Ramaswamy" userId="294402153de7d7c0" providerId="LiveId" clId="{5FB21455-9E63-4AD3-9452-3137CF771FEE}" dt="2021-07-16T13:00:02.753" v="292" actId="478"/>
          <ac:spMkLst>
            <pc:docMk/>
            <pc:sldMk cId="4153206105" sldId="272"/>
            <ac:spMk id="3" creationId="{52B3C258-F058-4DBC-8017-141D9CA78DBB}"/>
          </ac:spMkLst>
        </pc:spChg>
        <pc:spChg chg="add del mod">
          <ac:chgData name="Naveen Ramaswamy" userId="294402153de7d7c0" providerId="LiveId" clId="{5FB21455-9E63-4AD3-9452-3137CF771FEE}" dt="2021-07-16T13:34:43.657" v="299"/>
          <ac:spMkLst>
            <pc:docMk/>
            <pc:sldMk cId="4153206105" sldId="272"/>
            <ac:spMk id="4" creationId="{DD37AC3A-2340-45EC-9391-2F208379F69D}"/>
          </ac:spMkLst>
        </pc:spChg>
        <pc:spChg chg="add mod">
          <ac:chgData name="Naveen Ramaswamy" userId="294402153de7d7c0" providerId="LiveId" clId="{5FB21455-9E63-4AD3-9452-3137CF771FEE}" dt="2021-07-18T05:02:26.912" v="1459" actId="255"/>
          <ac:spMkLst>
            <pc:docMk/>
            <pc:sldMk cId="4153206105" sldId="272"/>
            <ac:spMk id="5" creationId="{DE512C72-961A-456F-B011-FFB4E007E528}"/>
          </ac:spMkLst>
        </pc:spChg>
      </pc:sldChg>
      <pc:sldChg chg="addSp delSp modSp new mod">
        <pc:chgData name="Naveen Ramaswamy" userId="294402153de7d7c0" providerId="LiveId" clId="{5FB21455-9E63-4AD3-9452-3137CF771FEE}" dt="2021-07-19T14:22:22.104" v="7279" actId="1076"/>
        <pc:sldMkLst>
          <pc:docMk/>
          <pc:sldMk cId="2378369206" sldId="273"/>
        </pc:sldMkLst>
        <pc:spChg chg="del mod">
          <ac:chgData name="Naveen Ramaswamy" userId="294402153de7d7c0" providerId="LiveId" clId="{5FB21455-9E63-4AD3-9452-3137CF771FEE}" dt="2021-07-19T14:17:37.911" v="7223" actId="21"/>
          <ac:spMkLst>
            <pc:docMk/>
            <pc:sldMk cId="2378369206" sldId="273"/>
            <ac:spMk id="2" creationId="{5D9E6207-5ED8-432F-9A88-47EAC80B3010}"/>
          </ac:spMkLst>
        </pc:spChg>
        <pc:spChg chg="del">
          <ac:chgData name="Naveen Ramaswamy" userId="294402153de7d7c0" providerId="LiveId" clId="{5FB21455-9E63-4AD3-9452-3137CF771FEE}" dt="2021-07-16T13:50:06.720" v="593" actId="478"/>
          <ac:spMkLst>
            <pc:docMk/>
            <pc:sldMk cId="2378369206" sldId="273"/>
            <ac:spMk id="3" creationId="{08DD5704-2EBE-4A58-B820-A0A173315CF4}"/>
          </ac:spMkLst>
        </pc:spChg>
        <pc:spChg chg="add mod">
          <ac:chgData name="Naveen Ramaswamy" userId="294402153de7d7c0" providerId="LiveId" clId="{5FB21455-9E63-4AD3-9452-3137CF771FEE}" dt="2021-07-19T14:18:05.279" v="7234" actId="1076"/>
          <ac:spMkLst>
            <pc:docMk/>
            <pc:sldMk cId="2378369206" sldId="273"/>
            <ac:spMk id="4" creationId="{CD8F7E3A-C515-4F93-8EF1-9E06EC22EC62}"/>
          </ac:spMkLst>
        </pc:spChg>
        <pc:spChg chg="add del">
          <ac:chgData name="Naveen Ramaswamy" userId="294402153de7d7c0" providerId="LiveId" clId="{5FB21455-9E63-4AD3-9452-3137CF771FEE}" dt="2021-07-16T14:06:42.739" v="666" actId="478"/>
          <ac:spMkLst>
            <pc:docMk/>
            <pc:sldMk cId="2378369206" sldId="273"/>
            <ac:spMk id="5" creationId="{F0310055-611B-4E72-BCDA-7E372A6E97D8}"/>
          </ac:spMkLst>
        </pc:spChg>
        <pc:spChg chg="add del mod">
          <ac:chgData name="Naveen Ramaswamy" userId="294402153de7d7c0" providerId="LiveId" clId="{5FB21455-9E63-4AD3-9452-3137CF771FEE}" dt="2021-07-16T14:06:41.296" v="665" actId="478"/>
          <ac:spMkLst>
            <pc:docMk/>
            <pc:sldMk cId="2378369206" sldId="273"/>
            <ac:spMk id="6" creationId="{F6E2D67F-0D8F-4E7F-95F4-ACE22286BEC3}"/>
          </ac:spMkLst>
        </pc:spChg>
        <pc:spChg chg="add del">
          <ac:chgData name="Naveen Ramaswamy" userId="294402153de7d7c0" providerId="LiveId" clId="{5FB21455-9E63-4AD3-9452-3137CF771FEE}" dt="2021-07-16T14:06:44.528" v="667" actId="478"/>
          <ac:spMkLst>
            <pc:docMk/>
            <pc:sldMk cId="2378369206" sldId="273"/>
            <ac:spMk id="7" creationId="{172F66BE-7FE2-4070-8A55-962951EF8863}"/>
          </ac:spMkLst>
        </pc:spChg>
        <pc:spChg chg="add del mod">
          <ac:chgData name="Naveen Ramaswamy" userId="294402153de7d7c0" providerId="LiveId" clId="{5FB21455-9E63-4AD3-9452-3137CF771FEE}" dt="2021-07-19T14:17:48.318" v="7226" actId="478"/>
          <ac:spMkLst>
            <pc:docMk/>
            <pc:sldMk cId="2378369206" sldId="273"/>
            <ac:spMk id="7" creationId="{3DCDD20C-3724-4744-BB2C-7CA06D55EA61}"/>
          </ac:spMkLst>
        </pc:spChg>
        <pc:spChg chg="add mod">
          <ac:chgData name="Naveen Ramaswamy" userId="294402153de7d7c0" providerId="LiveId" clId="{5FB21455-9E63-4AD3-9452-3137CF771FEE}" dt="2021-07-19T14:17:41.530" v="7225"/>
          <ac:spMkLst>
            <pc:docMk/>
            <pc:sldMk cId="2378369206" sldId="273"/>
            <ac:spMk id="8" creationId="{AB7E3503-F595-4D5B-95DE-932C98037BE9}"/>
          </ac:spMkLst>
        </pc:spChg>
        <pc:picChg chg="add mod">
          <ac:chgData name="Naveen Ramaswamy" userId="294402153de7d7c0" providerId="LiveId" clId="{5FB21455-9E63-4AD3-9452-3137CF771FEE}" dt="2021-07-19T14:22:22.104" v="7279" actId="1076"/>
          <ac:picMkLst>
            <pc:docMk/>
            <pc:sldMk cId="2378369206" sldId="273"/>
            <ac:picMk id="5" creationId="{7110E769-DF3C-4421-86B1-EE55F7F6B356}"/>
          </ac:picMkLst>
        </pc:picChg>
      </pc:sldChg>
      <pc:sldChg chg="addSp delSp modSp new mod">
        <pc:chgData name="Naveen Ramaswamy" userId="294402153de7d7c0" providerId="LiveId" clId="{5FB21455-9E63-4AD3-9452-3137CF771FEE}" dt="2021-07-19T14:22:13.966" v="7278" actId="20577"/>
        <pc:sldMkLst>
          <pc:docMk/>
          <pc:sldMk cId="3137630859" sldId="274"/>
        </pc:sldMkLst>
        <pc:spChg chg="mod">
          <ac:chgData name="Naveen Ramaswamy" userId="294402153de7d7c0" providerId="LiveId" clId="{5FB21455-9E63-4AD3-9452-3137CF771FEE}" dt="2021-07-16T13:56:26.643" v="636" actId="122"/>
          <ac:spMkLst>
            <pc:docMk/>
            <pc:sldMk cId="3137630859" sldId="274"/>
            <ac:spMk id="2" creationId="{E519A1EA-FAEF-42BE-A7E9-5AA7812ADA80}"/>
          </ac:spMkLst>
        </pc:spChg>
        <pc:spChg chg="del">
          <ac:chgData name="Naveen Ramaswamy" userId="294402153de7d7c0" providerId="LiveId" clId="{5FB21455-9E63-4AD3-9452-3137CF771FEE}" dt="2021-07-16T13:56:29.281" v="637" actId="478"/>
          <ac:spMkLst>
            <pc:docMk/>
            <pc:sldMk cId="3137630859" sldId="274"/>
            <ac:spMk id="3" creationId="{D103D7F0-6019-460B-A419-59E73F9C1B8F}"/>
          </ac:spMkLst>
        </pc:spChg>
        <pc:spChg chg="add del mod">
          <ac:chgData name="Naveen Ramaswamy" userId="294402153de7d7c0" providerId="LiveId" clId="{5FB21455-9E63-4AD3-9452-3137CF771FEE}" dt="2021-07-19T14:21:40.678" v="7266" actId="21"/>
          <ac:spMkLst>
            <pc:docMk/>
            <pc:sldMk cId="3137630859" sldId="274"/>
            <ac:spMk id="4" creationId="{9E531C26-352E-4CF1-8FAB-3FCB889A748A}"/>
          </ac:spMkLst>
        </pc:spChg>
        <pc:spChg chg="add mod">
          <ac:chgData name="Naveen Ramaswamy" userId="294402153de7d7c0" providerId="LiveId" clId="{5FB21455-9E63-4AD3-9452-3137CF771FEE}" dt="2021-07-19T14:22:13.966" v="7278" actId="20577"/>
          <ac:spMkLst>
            <pc:docMk/>
            <pc:sldMk cId="3137630859" sldId="274"/>
            <ac:spMk id="10" creationId="{E47ECBA9-76FF-4F82-9CD9-BA2A6E5BA429}"/>
          </ac:spMkLst>
        </pc:spChg>
        <pc:picChg chg="add del mod">
          <ac:chgData name="Naveen Ramaswamy" userId="294402153de7d7c0" providerId="LiveId" clId="{5FB21455-9E63-4AD3-9452-3137CF771FEE}" dt="2021-07-19T14:18:42.295" v="7250" actId="478"/>
          <ac:picMkLst>
            <pc:docMk/>
            <pc:sldMk cId="3137630859" sldId="274"/>
            <ac:picMk id="5" creationId="{2D480FD0-C502-4CCD-83CE-6275CE1AC6E7}"/>
          </ac:picMkLst>
        </pc:picChg>
        <pc:picChg chg="add mod">
          <ac:chgData name="Naveen Ramaswamy" userId="294402153de7d7c0" providerId="LiveId" clId="{5FB21455-9E63-4AD3-9452-3137CF771FEE}" dt="2021-07-19T14:22:11.731" v="7276" actId="1076"/>
          <ac:picMkLst>
            <pc:docMk/>
            <pc:sldMk cId="3137630859" sldId="274"/>
            <ac:picMk id="7" creationId="{D079E2F5-7108-483F-83CC-846AA5BED17A}"/>
          </ac:picMkLst>
        </pc:picChg>
        <pc:picChg chg="add mod">
          <ac:chgData name="Naveen Ramaswamy" userId="294402153de7d7c0" providerId="LiveId" clId="{5FB21455-9E63-4AD3-9452-3137CF771FEE}" dt="2021-07-19T14:22:07.935" v="7275" actId="1076"/>
          <ac:picMkLst>
            <pc:docMk/>
            <pc:sldMk cId="3137630859" sldId="274"/>
            <ac:picMk id="9" creationId="{E7BB1978-AA72-4665-A262-BEC9A7EC60D0}"/>
          </ac:picMkLst>
        </pc:picChg>
      </pc:sldChg>
      <pc:sldChg chg="addSp delSp modSp new mod">
        <pc:chgData name="Naveen Ramaswamy" userId="294402153de7d7c0" providerId="LiveId" clId="{5FB21455-9E63-4AD3-9452-3137CF771FEE}" dt="2021-07-18T05:00:35.986" v="1440" actId="255"/>
        <pc:sldMkLst>
          <pc:docMk/>
          <pc:sldMk cId="14133907" sldId="275"/>
        </pc:sldMkLst>
        <pc:spChg chg="mod">
          <ac:chgData name="Naveen Ramaswamy" userId="294402153de7d7c0" providerId="LiveId" clId="{5FB21455-9E63-4AD3-9452-3137CF771FEE}" dt="2021-07-16T15:55:57.811" v="679" actId="207"/>
          <ac:spMkLst>
            <pc:docMk/>
            <pc:sldMk cId="14133907" sldId="275"/>
            <ac:spMk id="2" creationId="{8F374C62-AE05-4044-8637-6AA06947F3FB}"/>
          </ac:spMkLst>
        </pc:spChg>
        <pc:spChg chg="del">
          <ac:chgData name="Naveen Ramaswamy" userId="294402153de7d7c0" providerId="LiveId" clId="{5FB21455-9E63-4AD3-9452-3137CF771FEE}" dt="2021-07-16T15:56:08.013" v="680" actId="478"/>
          <ac:spMkLst>
            <pc:docMk/>
            <pc:sldMk cId="14133907" sldId="275"/>
            <ac:spMk id="3" creationId="{BE7F867F-3BBF-43BA-94B0-2AFA4BCFF30A}"/>
          </ac:spMkLst>
        </pc:spChg>
        <pc:spChg chg="add mod">
          <ac:chgData name="Naveen Ramaswamy" userId="294402153de7d7c0" providerId="LiveId" clId="{5FB21455-9E63-4AD3-9452-3137CF771FEE}" dt="2021-07-18T05:00:35.986" v="1440" actId="255"/>
          <ac:spMkLst>
            <pc:docMk/>
            <pc:sldMk cId="14133907" sldId="275"/>
            <ac:spMk id="4" creationId="{5A4D3566-441F-43CF-A214-BA5B755B3ACA}"/>
          </ac:spMkLst>
        </pc:spChg>
      </pc:sldChg>
      <pc:sldChg chg="addSp delSp modSp new mod">
        <pc:chgData name="Naveen Ramaswamy" userId="294402153de7d7c0" providerId="LiveId" clId="{5FB21455-9E63-4AD3-9452-3137CF771FEE}" dt="2021-07-18T12:42:12.277" v="2709" actId="20577"/>
        <pc:sldMkLst>
          <pc:docMk/>
          <pc:sldMk cId="1505654844" sldId="276"/>
        </pc:sldMkLst>
        <pc:spChg chg="mod">
          <ac:chgData name="Naveen Ramaswamy" userId="294402153de7d7c0" providerId="LiveId" clId="{5FB21455-9E63-4AD3-9452-3137CF771FEE}" dt="2021-07-18T12:40:59.348" v="2676" actId="1076"/>
          <ac:spMkLst>
            <pc:docMk/>
            <pc:sldMk cId="1505654844" sldId="276"/>
            <ac:spMk id="2" creationId="{ADB3AD2F-ABF7-41B0-BD25-7263888058F6}"/>
          </ac:spMkLst>
        </pc:spChg>
        <pc:spChg chg="del mod">
          <ac:chgData name="Naveen Ramaswamy" userId="294402153de7d7c0" providerId="LiveId" clId="{5FB21455-9E63-4AD3-9452-3137CF771FEE}" dt="2021-07-16T16:06:06.631" v="859" actId="478"/>
          <ac:spMkLst>
            <pc:docMk/>
            <pc:sldMk cId="1505654844" sldId="276"/>
            <ac:spMk id="3" creationId="{9CB06EFA-60BA-4156-AB09-E8E3679B33AE}"/>
          </ac:spMkLst>
        </pc:spChg>
        <pc:spChg chg="add mod">
          <ac:chgData name="Naveen Ramaswamy" userId="294402153de7d7c0" providerId="LiveId" clId="{5FB21455-9E63-4AD3-9452-3137CF771FEE}" dt="2021-07-18T12:42:12.277" v="2709" actId="20577"/>
          <ac:spMkLst>
            <pc:docMk/>
            <pc:sldMk cId="1505654844" sldId="276"/>
            <ac:spMk id="4" creationId="{8915C5AC-381D-47FE-9947-0700E560A773}"/>
          </ac:spMkLst>
        </pc:spChg>
      </pc:sldChg>
      <pc:sldChg chg="addSp delSp modSp new mod">
        <pc:chgData name="Naveen Ramaswamy" userId="294402153de7d7c0" providerId="LiveId" clId="{5FB21455-9E63-4AD3-9452-3137CF771FEE}" dt="2021-07-18T05:01:49.692" v="1453" actId="1076"/>
        <pc:sldMkLst>
          <pc:docMk/>
          <pc:sldMk cId="62854346" sldId="277"/>
        </pc:sldMkLst>
        <pc:spChg chg="mod">
          <ac:chgData name="Naveen Ramaswamy" userId="294402153de7d7c0" providerId="LiveId" clId="{5FB21455-9E63-4AD3-9452-3137CF771FEE}" dt="2021-07-18T05:01:28.483" v="1448" actId="1076"/>
          <ac:spMkLst>
            <pc:docMk/>
            <pc:sldMk cId="62854346" sldId="277"/>
            <ac:spMk id="2" creationId="{EB617AC9-6725-4B23-A2D2-099AEF475057}"/>
          </ac:spMkLst>
        </pc:spChg>
        <pc:spChg chg="add del mod">
          <ac:chgData name="Naveen Ramaswamy" userId="294402153de7d7c0" providerId="LiveId" clId="{5FB21455-9E63-4AD3-9452-3137CF771FEE}" dt="2021-07-16T16:34:25.169" v="1208" actId="21"/>
          <ac:spMkLst>
            <pc:docMk/>
            <pc:sldMk cId="62854346" sldId="277"/>
            <ac:spMk id="3" creationId="{569EC95E-995E-4AD4-92D4-9A6FA73F8070}"/>
          </ac:spMkLst>
        </pc:spChg>
        <pc:spChg chg="add mod">
          <ac:chgData name="Naveen Ramaswamy" userId="294402153de7d7c0" providerId="LiveId" clId="{5FB21455-9E63-4AD3-9452-3137CF771FEE}" dt="2021-07-18T05:01:42.400" v="1452" actId="1076"/>
          <ac:spMkLst>
            <pc:docMk/>
            <pc:sldMk cId="62854346" sldId="277"/>
            <ac:spMk id="4" creationId="{F1A59261-FD3E-4A9F-9E0F-B815B2AAEBC1}"/>
          </ac:spMkLst>
        </pc:spChg>
        <pc:spChg chg="add mod">
          <ac:chgData name="Naveen Ramaswamy" userId="294402153de7d7c0" providerId="LiveId" clId="{5FB21455-9E63-4AD3-9452-3137CF771FEE}" dt="2021-07-18T05:01:36.510" v="1450" actId="255"/>
          <ac:spMkLst>
            <pc:docMk/>
            <pc:sldMk cId="62854346" sldId="277"/>
            <ac:spMk id="5" creationId="{B326E889-3F24-4E36-BF1D-FD8F8097103C}"/>
          </ac:spMkLst>
        </pc:spChg>
        <pc:spChg chg="add del mod">
          <ac:chgData name="Naveen Ramaswamy" userId="294402153de7d7c0" providerId="LiveId" clId="{5FB21455-9E63-4AD3-9452-3137CF771FEE}" dt="2021-07-16T16:34:04.343" v="1203" actId="478"/>
          <ac:spMkLst>
            <pc:docMk/>
            <pc:sldMk cId="62854346" sldId="277"/>
            <ac:spMk id="7" creationId="{C1C61617-C807-444D-BB12-B1EBC3342180}"/>
          </ac:spMkLst>
        </pc:spChg>
        <pc:spChg chg="add mod">
          <ac:chgData name="Naveen Ramaswamy" userId="294402153de7d7c0" providerId="LiveId" clId="{5FB21455-9E63-4AD3-9452-3137CF771FEE}" dt="2021-07-18T05:01:49.692" v="1453" actId="1076"/>
          <ac:spMkLst>
            <pc:docMk/>
            <pc:sldMk cId="62854346" sldId="277"/>
            <ac:spMk id="8" creationId="{A2389FE8-6D37-4898-913C-3398B09CB109}"/>
          </ac:spMkLst>
        </pc:spChg>
      </pc:sldChg>
      <pc:sldChg chg="addSp delSp new del mod">
        <pc:chgData name="Naveen Ramaswamy" userId="294402153de7d7c0" providerId="LiveId" clId="{5FB21455-9E63-4AD3-9452-3137CF771FEE}" dt="2021-07-16T16:02:34.917" v="759" actId="680"/>
        <pc:sldMkLst>
          <pc:docMk/>
          <pc:sldMk cId="1098398326" sldId="277"/>
        </pc:sldMkLst>
        <pc:spChg chg="add del">
          <ac:chgData name="Naveen Ramaswamy" userId="294402153de7d7c0" providerId="LiveId" clId="{5FB21455-9E63-4AD3-9452-3137CF771FEE}" dt="2021-07-16T16:02:34.142" v="758" actId="22"/>
          <ac:spMkLst>
            <pc:docMk/>
            <pc:sldMk cId="1098398326" sldId="277"/>
            <ac:spMk id="5" creationId="{FF2EB96D-D1F1-4569-80B1-CE705FD9BE51}"/>
          </ac:spMkLst>
        </pc:spChg>
      </pc:sldChg>
      <pc:sldChg chg="addSp delSp modSp new mod">
        <pc:chgData name="Naveen Ramaswamy" userId="294402153de7d7c0" providerId="LiveId" clId="{5FB21455-9E63-4AD3-9452-3137CF771FEE}" dt="2021-07-18T05:02:10.102" v="1456" actId="255"/>
        <pc:sldMkLst>
          <pc:docMk/>
          <pc:sldMk cId="3228262353" sldId="278"/>
        </pc:sldMkLst>
        <pc:spChg chg="mod">
          <ac:chgData name="Naveen Ramaswamy" userId="294402153de7d7c0" providerId="LiveId" clId="{5FB21455-9E63-4AD3-9452-3137CF771FEE}" dt="2021-07-16T16:19:03.656" v="1097" actId="20577"/>
          <ac:spMkLst>
            <pc:docMk/>
            <pc:sldMk cId="3228262353" sldId="278"/>
            <ac:spMk id="2" creationId="{8B061C7E-8EAD-4F01-950D-E8A3A48D0BCB}"/>
          </ac:spMkLst>
        </pc:spChg>
        <pc:spChg chg="del mod">
          <ac:chgData name="Naveen Ramaswamy" userId="294402153de7d7c0" providerId="LiveId" clId="{5FB21455-9E63-4AD3-9452-3137CF771FEE}" dt="2021-07-16T16:09:37.022" v="898" actId="478"/>
          <ac:spMkLst>
            <pc:docMk/>
            <pc:sldMk cId="3228262353" sldId="278"/>
            <ac:spMk id="3" creationId="{F8CE6FEC-BF35-4560-B69F-E9720D8150C5}"/>
          </ac:spMkLst>
        </pc:spChg>
        <pc:spChg chg="add mod">
          <ac:chgData name="Naveen Ramaswamy" userId="294402153de7d7c0" providerId="LiveId" clId="{5FB21455-9E63-4AD3-9452-3137CF771FEE}" dt="2021-07-18T05:02:10.102" v="1456" actId="255"/>
          <ac:spMkLst>
            <pc:docMk/>
            <pc:sldMk cId="3228262353" sldId="278"/>
            <ac:spMk id="4" creationId="{6BB0457B-984F-43A4-B4C7-D2FC14488477}"/>
          </ac:spMkLst>
        </pc:spChg>
      </pc:sldChg>
      <pc:sldChg chg="addSp delSp modSp new mod">
        <pc:chgData name="Naveen Ramaswamy" userId="294402153de7d7c0" providerId="LiveId" clId="{5FB21455-9E63-4AD3-9452-3137CF771FEE}" dt="2021-07-18T05:02:00.211" v="1455" actId="1076"/>
        <pc:sldMkLst>
          <pc:docMk/>
          <pc:sldMk cId="3813054768" sldId="279"/>
        </pc:sldMkLst>
        <pc:spChg chg="mod">
          <ac:chgData name="Naveen Ramaswamy" userId="294402153de7d7c0" providerId="LiveId" clId="{5FB21455-9E63-4AD3-9452-3137CF771FEE}" dt="2021-07-16T16:18:29.147" v="1067" actId="20577"/>
          <ac:spMkLst>
            <pc:docMk/>
            <pc:sldMk cId="3813054768" sldId="279"/>
            <ac:spMk id="2" creationId="{91A9192D-8BC0-4863-9A37-CB9C47800B6F}"/>
          </ac:spMkLst>
        </pc:spChg>
        <pc:spChg chg="del">
          <ac:chgData name="Naveen Ramaswamy" userId="294402153de7d7c0" providerId="LiveId" clId="{5FB21455-9E63-4AD3-9452-3137CF771FEE}" dt="2021-07-16T16:08:31.983" v="889" actId="478"/>
          <ac:spMkLst>
            <pc:docMk/>
            <pc:sldMk cId="3813054768" sldId="279"/>
            <ac:spMk id="3" creationId="{9F02D915-BD42-4718-826F-1A09C6FDA2DB}"/>
          </ac:spMkLst>
        </pc:spChg>
        <pc:spChg chg="add mod">
          <ac:chgData name="Naveen Ramaswamy" userId="294402153de7d7c0" providerId="LiveId" clId="{5FB21455-9E63-4AD3-9452-3137CF771FEE}" dt="2021-07-18T05:02:00.211" v="1455" actId="1076"/>
          <ac:spMkLst>
            <pc:docMk/>
            <pc:sldMk cId="3813054768" sldId="279"/>
            <ac:spMk id="4" creationId="{6406DF2F-BA86-49D1-9634-02240566AC4E}"/>
          </ac:spMkLst>
        </pc:spChg>
      </pc:sldChg>
      <pc:sldChg chg="modSp new del mod">
        <pc:chgData name="Naveen Ramaswamy" userId="294402153de7d7c0" providerId="LiveId" clId="{5FB21455-9E63-4AD3-9452-3137CF771FEE}" dt="2021-07-16T16:07:34.683" v="881" actId="47"/>
        <pc:sldMkLst>
          <pc:docMk/>
          <pc:sldMk cId="590657612" sldId="280"/>
        </pc:sldMkLst>
        <pc:spChg chg="mod">
          <ac:chgData name="Naveen Ramaswamy" userId="294402153de7d7c0" providerId="LiveId" clId="{5FB21455-9E63-4AD3-9452-3137CF771FEE}" dt="2021-07-16T16:05:03.513" v="846"/>
          <ac:spMkLst>
            <pc:docMk/>
            <pc:sldMk cId="590657612" sldId="280"/>
            <ac:spMk id="2" creationId="{4B201C0A-31AE-4C24-8BB0-09F20EC71249}"/>
          </ac:spMkLst>
        </pc:spChg>
      </pc:sldChg>
      <pc:sldChg chg="addSp delSp modSp new mod">
        <pc:chgData name="Naveen Ramaswamy" userId="294402153de7d7c0" providerId="LiveId" clId="{5FB21455-9E63-4AD3-9452-3137CF771FEE}" dt="2021-07-18T05:02:14.588" v="1457" actId="255"/>
        <pc:sldMkLst>
          <pc:docMk/>
          <pc:sldMk cId="1554690461" sldId="281"/>
        </pc:sldMkLst>
        <pc:spChg chg="mod">
          <ac:chgData name="Naveen Ramaswamy" userId="294402153de7d7c0" providerId="LiveId" clId="{5FB21455-9E63-4AD3-9452-3137CF771FEE}" dt="2021-07-16T16:18:57.020" v="1095" actId="20577"/>
          <ac:spMkLst>
            <pc:docMk/>
            <pc:sldMk cId="1554690461" sldId="281"/>
            <ac:spMk id="2" creationId="{F8F2BFA9-B24A-4263-A9B6-B0048A474072}"/>
          </ac:spMkLst>
        </pc:spChg>
        <pc:spChg chg="del">
          <ac:chgData name="Naveen Ramaswamy" userId="294402153de7d7c0" providerId="LiveId" clId="{5FB21455-9E63-4AD3-9452-3137CF771FEE}" dt="2021-07-16T16:10:39.147" v="914" actId="478"/>
          <ac:spMkLst>
            <pc:docMk/>
            <pc:sldMk cId="1554690461" sldId="281"/>
            <ac:spMk id="3" creationId="{7F5E2909-DAB4-4575-9ECB-34A8739C8262}"/>
          </ac:spMkLst>
        </pc:spChg>
        <pc:spChg chg="add mod">
          <ac:chgData name="Naveen Ramaswamy" userId="294402153de7d7c0" providerId="LiveId" clId="{5FB21455-9E63-4AD3-9452-3137CF771FEE}" dt="2021-07-18T05:02:14.588" v="1457" actId="255"/>
          <ac:spMkLst>
            <pc:docMk/>
            <pc:sldMk cId="1554690461" sldId="281"/>
            <ac:spMk id="4" creationId="{32D4F97A-5C25-4EA8-ADF2-583352EEEE91}"/>
          </ac:spMkLst>
        </pc:spChg>
      </pc:sldChg>
      <pc:sldChg chg="addSp delSp modSp new mod">
        <pc:chgData name="Naveen Ramaswamy" userId="294402153de7d7c0" providerId="LiveId" clId="{5FB21455-9E63-4AD3-9452-3137CF771FEE}" dt="2021-07-18T17:15:17.638" v="4080" actId="20577"/>
        <pc:sldMkLst>
          <pc:docMk/>
          <pc:sldMk cId="963874403" sldId="282"/>
        </pc:sldMkLst>
        <pc:spChg chg="del">
          <ac:chgData name="Naveen Ramaswamy" userId="294402153de7d7c0" providerId="LiveId" clId="{5FB21455-9E63-4AD3-9452-3137CF771FEE}" dt="2021-07-16T16:11:36.875" v="922" actId="478"/>
          <ac:spMkLst>
            <pc:docMk/>
            <pc:sldMk cId="963874403" sldId="282"/>
            <ac:spMk id="2" creationId="{48F7A00F-D0A3-4593-A251-C77315DD4F76}"/>
          </ac:spMkLst>
        </pc:spChg>
        <pc:spChg chg="del">
          <ac:chgData name="Naveen Ramaswamy" userId="294402153de7d7c0" providerId="LiveId" clId="{5FB21455-9E63-4AD3-9452-3137CF771FEE}" dt="2021-07-16T16:11:39.336" v="923" actId="478"/>
          <ac:spMkLst>
            <pc:docMk/>
            <pc:sldMk cId="963874403" sldId="282"/>
            <ac:spMk id="3" creationId="{AEEFEA4F-F002-4262-8CC6-91061608AA34}"/>
          </ac:spMkLst>
        </pc:spChg>
        <pc:spChg chg="add mod">
          <ac:chgData name="Naveen Ramaswamy" userId="294402153de7d7c0" providerId="LiveId" clId="{5FB21455-9E63-4AD3-9452-3137CF771FEE}" dt="2021-07-18T17:15:17.638" v="4080" actId="20577"/>
          <ac:spMkLst>
            <pc:docMk/>
            <pc:sldMk cId="963874403" sldId="282"/>
            <ac:spMk id="4" creationId="{32323CE4-9A05-4719-A0F0-916B6E155DA1}"/>
          </ac:spMkLst>
        </pc:spChg>
      </pc:sldChg>
      <pc:sldChg chg="addSp delSp modSp new mod">
        <pc:chgData name="Naveen Ramaswamy" userId="294402153de7d7c0" providerId="LiveId" clId="{5FB21455-9E63-4AD3-9452-3137CF771FEE}" dt="2021-07-18T12:02:35.899" v="2067" actId="1076"/>
        <pc:sldMkLst>
          <pc:docMk/>
          <pc:sldMk cId="4176327510" sldId="283"/>
        </pc:sldMkLst>
        <pc:spChg chg="del">
          <ac:chgData name="Naveen Ramaswamy" userId="294402153de7d7c0" providerId="LiveId" clId="{5FB21455-9E63-4AD3-9452-3137CF771FEE}" dt="2021-07-16T16:23:11.785" v="1117" actId="478"/>
          <ac:spMkLst>
            <pc:docMk/>
            <pc:sldMk cId="4176327510" sldId="283"/>
            <ac:spMk id="2" creationId="{93052005-9155-4406-9A65-FA6708DDE66E}"/>
          </ac:spMkLst>
        </pc:spChg>
        <pc:spChg chg="add mod">
          <ac:chgData name="Naveen Ramaswamy" userId="294402153de7d7c0" providerId="LiveId" clId="{5FB21455-9E63-4AD3-9452-3137CF771FEE}" dt="2021-07-18T11:58:20.895" v="1794" actId="1076"/>
          <ac:spMkLst>
            <pc:docMk/>
            <pc:sldMk cId="4176327510" sldId="283"/>
            <ac:spMk id="3" creationId="{093BC073-DEE5-445D-ACFD-8BD03FDB1B2B}"/>
          </ac:spMkLst>
        </pc:spChg>
        <pc:spChg chg="del mod">
          <ac:chgData name="Naveen Ramaswamy" userId="294402153de7d7c0" providerId="LiveId" clId="{5FB21455-9E63-4AD3-9452-3137CF771FEE}" dt="2021-07-16T16:22:51.524" v="1112" actId="478"/>
          <ac:spMkLst>
            <pc:docMk/>
            <pc:sldMk cId="4176327510" sldId="283"/>
            <ac:spMk id="3" creationId="{FADD5DD8-43C3-40A2-BD4D-FB080D41AE56}"/>
          </ac:spMkLst>
        </pc:spChg>
        <pc:spChg chg="add del mod">
          <ac:chgData name="Naveen Ramaswamy" userId="294402153de7d7c0" providerId="LiveId" clId="{5FB21455-9E63-4AD3-9452-3137CF771FEE}" dt="2021-07-18T11:47:56.523" v="1536" actId="478"/>
          <ac:spMkLst>
            <pc:docMk/>
            <pc:sldMk cId="4176327510" sldId="283"/>
            <ac:spMk id="6" creationId="{E4ABF6BF-F567-4D45-9D60-E7452C7988A4}"/>
          </ac:spMkLst>
        </pc:spChg>
        <pc:spChg chg="add del mod">
          <ac:chgData name="Naveen Ramaswamy" userId="294402153de7d7c0" providerId="LiveId" clId="{5FB21455-9E63-4AD3-9452-3137CF771FEE}" dt="2021-07-18T11:48:00.075" v="1537" actId="478"/>
          <ac:spMkLst>
            <pc:docMk/>
            <pc:sldMk cId="4176327510" sldId="283"/>
            <ac:spMk id="7" creationId="{CE53A4F0-6837-4B1F-B8B2-F07D13C8CD5C}"/>
          </ac:spMkLst>
        </pc:spChg>
        <pc:spChg chg="add del mod">
          <ac:chgData name="Naveen Ramaswamy" userId="294402153de7d7c0" providerId="LiveId" clId="{5FB21455-9E63-4AD3-9452-3137CF771FEE}" dt="2021-07-18T11:47:52.020" v="1533" actId="478"/>
          <ac:spMkLst>
            <pc:docMk/>
            <pc:sldMk cId="4176327510" sldId="283"/>
            <ac:spMk id="8" creationId="{D189454F-02AF-4BE1-9A8F-57FE7670D66E}"/>
          </ac:spMkLst>
        </pc:spChg>
        <pc:spChg chg="add del mod">
          <ac:chgData name="Naveen Ramaswamy" userId="294402153de7d7c0" providerId="LiveId" clId="{5FB21455-9E63-4AD3-9452-3137CF771FEE}" dt="2021-07-16T16:22:43.910" v="1109" actId="478"/>
          <ac:spMkLst>
            <pc:docMk/>
            <pc:sldMk cId="4176327510" sldId="283"/>
            <ac:spMk id="10" creationId="{65C7488E-9CE8-4B2E-BB7E-1507894A936B}"/>
          </ac:spMkLst>
        </pc:spChg>
        <pc:spChg chg="add mod">
          <ac:chgData name="Naveen Ramaswamy" userId="294402153de7d7c0" providerId="LiveId" clId="{5FB21455-9E63-4AD3-9452-3137CF771FEE}" dt="2021-07-16T16:19:31.057" v="1099"/>
          <ac:spMkLst>
            <pc:docMk/>
            <pc:sldMk cId="4176327510" sldId="283"/>
            <ac:spMk id="11" creationId="{BE04EF33-CE79-4552-8D3A-36D5771D3372}"/>
          </ac:spMkLst>
        </pc:spChg>
        <pc:spChg chg="add mod">
          <ac:chgData name="Naveen Ramaswamy" userId="294402153de7d7c0" providerId="LiveId" clId="{5FB21455-9E63-4AD3-9452-3137CF771FEE}" dt="2021-07-16T16:19:31.057" v="1099"/>
          <ac:spMkLst>
            <pc:docMk/>
            <pc:sldMk cId="4176327510" sldId="283"/>
            <ac:spMk id="12" creationId="{54E0CD67-3FDC-43FF-ADA5-9E2FF3472288}"/>
          </ac:spMkLst>
        </pc:spChg>
        <pc:spChg chg="add mod">
          <ac:chgData name="Naveen Ramaswamy" userId="294402153de7d7c0" providerId="LiveId" clId="{5FB21455-9E63-4AD3-9452-3137CF771FEE}" dt="2021-07-16T16:19:31.057" v="1099"/>
          <ac:spMkLst>
            <pc:docMk/>
            <pc:sldMk cId="4176327510" sldId="283"/>
            <ac:spMk id="13" creationId="{D2F6950B-143D-46B8-A558-48A09ED67253}"/>
          </ac:spMkLst>
        </pc:spChg>
        <pc:spChg chg="add mod">
          <ac:chgData name="Naveen Ramaswamy" userId="294402153de7d7c0" providerId="LiveId" clId="{5FB21455-9E63-4AD3-9452-3137CF771FEE}" dt="2021-07-16T16:19:31.057" v="1099"/>
          <ac:spMkLst>
            <pc:docMk/>
            <pc:sldMk cId="4176327510" sldId="283"/>
            <ac:spMk id="14" creationId="{2B33D8B0-F53C-4CD6-A04E-067405F551E5}"/>
          </ac:spMkLst>
        </pc:spChg>
        <pc:spChg chg="add del mod">
          <ac:chgData name="Naveen Ramaswamy" userId="294402153de7d7c0" providerId="LiveId" clId="{5FB21455-9E63-4AD3-9452-3137CF771FEE}" dt="2021-07-16T16:25:16.807" v="1126" actId="478"/>
          <ac:spMkLst>
            <pc:docMk/>
            <pc:sldMk cId="4176327510" sldId="283"/>
            <ac:spMk id="22" creationId="{711EB72A-6EF3-4CDF-A943-32CBDD997AF1}"/>
          </ac:spMkLst>
        </pc:spChg>
        <pc:spChg chg="add del mod">
          <ac:chgData name="Naveen Ramaswamy" userId="294402153de7d7c0" providerId="LiveId" clId="{5FB21455-9E63-4AD3-9452-3137CF771FEE}" dt="2021-07-16T16:25:26.718" v="1130" actId="478"/>
          <ac:spMkLst>
            <pc:docMk/>
            <pc:sldMk cId="4176327510" sldId="283"/>
            <ac:spMk id="23" creationId="{FDA2E4E7-F74D-43B9-B69A-2B84EBF76397}"/>
          </ac:spMkLst>
        </pc:spChg>
        <pc:spChg chg="add mod">
          <ac:chgData name="Naveen Ramaswamy" userId="294402153de7d7c0" providerId="LiveId" clId="{5FB21455-9E63-4AD3-9452-3137CF771FEE}" dt="2021-07-16T16:19:31.057" v="1099"/>
          <ac:spMkLst>
            <pc:docMk/>
            <pc:sldMk cId="4176327510" sldId="283"/>
            <ac:spMk id="30" creationId="{04A69400-5639-4EA1-9228-BB6629495BD4}"/>
          </ac:spMkLst>
        </pc:spChg>
        <pc:spChg chg="add mod">
          <ac:chgData name="Naveen Ramaswamy" userId="294402153de7d7c0" providerId="LiveId" clId="{5FB21455-9E63-4AD3-9452-3137CF771FEE}" dt="2021-07-16T16:19:31.057" v="1099"/>
          <ac:spMkLst>
            <pc:docMk/>
            <pc:sldMk cId="4176327510" sldId="283"/>
            <ac:spMk id="31" creationId="{F802406D-29B2-4B56-9F4D-F5B382D2AAD0}"/>
          </ac:spMkLst>
        </pc:spChg>
        <pc:spChg chg="add mod">
          <ac:chgData name="Naveen Ramaswamy" userId="294402153de7d7c0" providerId="LiveId" clId="{5FB21455-9E63-4AD3-9452-3137CF771FEE}" dt="2021-07-16T16:19:31.057" v="1099"/>
          <ac:spMkLst>
            <pc:docMk/>
            <pc:sldMk cId="4176327510" sldId="283"/>
            <ac:spMk id="32" creationId="{00181740-EA10-453E-8BD8-A04961DC2E13}"/>
          </ac:spMkLst>
        </pc:spChg>
        <pc:spChg chg="add mod">
          <ac:chgData name="Naveen Ramaswamy" userId="294402153de7d7c0" providerId="LiveId" clId="{5FB21455-9E63-4AD3-9452-3137CF771FEE}" dt="2021-07-16T16:19:31.057" v="1099"/>
          <ac:spMkLst>
            <pc:docMk/>
            <pc:sldMk cId="4176327510" sldId="283"/>
            <ac:spMk id="33" creationId="{A4999FB9-8F44-4FF7-94BB-AE5E74F02CDE}"/>
          </ac:spMkLst>
        </pc:spChg>
        <pc:spChg chg="add del mod">
          <ac:chgData name="Naveen Ramaswamy" userId="294402153de7d7c0" providerId="LiveId" clId="{5FB21455-9E63-4AD3-9452-3137CF771FEE}" dt="2021-07-16T16:25:30.531" v="1132" actId="478"/>
          <ac:spMkLst>
            <pc:docMk/>
            <pc:sldMk cId="4176327510" sldId="283"/>
            <ac:spMk id="34" creationId="{D897E49B-4143-4C70-8EFD-89037275BF80}"/>
          </ac:spMkLst>
        </pc:spChg>
        <pc:spChg chg="add mod">
          <ac:chgData name="Naveen Ramaswamy" userId="294402153de7d7c0" providerId="LiveId" clId="{5FB21455-9E63-4AD3-9452-3137CF771FEE}" dt="2021-07-16T16:22:13.468" v="1107" actId="207"/>
          <ac:spMkLst>
            <pc:docMk/>
            <pc:sldMk cId="4176327510" sldId="283"/>
            <ac:spMk id="35" creationId="{FED52228-8CF2-4B71-811F-05CB9B1B2ED6}"/>
          </ac:spMkLst>
        </pc:spChg>
        <pc:spChg chg="add mod">
          <ac:chgData name="Naveen Ramaswamy" userId="294402153de7d7c0" providerId="LiveId" clId="{5FB21455-9E63-4AD3-9452-3137CF771FEE}" dt="2021-07-16T16:22:13.468" v="1107" actId="207"/>
          <ac:spMkLst>
            <pc:docMk/>
            <pc:sldMk cId="4176327510" sldId="283"/>
            <ac:spMk id="36" creationId="{B3A315B7-3111-44F9-ADC7-0B37728AD773}"/>
          </ac:spMkLst>
        </pc:spChg>
        <pc:spChg chg="add mod">
          <ac:chgData name="Naveen Ramaswamy" userId="294402153de7d7c0" providerId="LiveId" clId="{5FB21455-9E63-4AD3-9452-3137CF771FEE}" dt="2021-07-16T16:19:31.057" v="1099"/>
          <ac:spMkLst>
            <pc:docMk/>
            <pc:sldMk cId="4176327510" sldId="283"/>
            <ac:spMk id="37" creationId="{B5A4C13E-9B36-499D-B65D-E2220929BD56}"/>
          </ac:spMkLst>
        </pc:spChg>
        <pc:spChg chg="add mod">
          <ac:chgData name="Naveen Ramaswamy" userId="294402153de7d7c0" providerId="LiveId" clId="{5FB21455-9E63-4AD3-9452-3137CF771FEE}" dt="2021-07-16T16:19:31.057" v="1099"/>
          <ac:spMkLst>
            <pc:docMk/>
            <pc:sldMk cId="4176327510" sldId="283"/>
            <ac:spMk id="38" creationId="{7C9A0BB8-A64F-4DA3-A0EA-905AC72EE797}"/>
          </ac:spMkLst>
        </pc:spChg>
        <pc:spChg chg="add mod">
          <ac:chgData name="Naveen Ramaswamy" userId="294402153de7d7c0" providerId="LiveId" clId="{5FB21455-9E63-4AD3-9452-3137CF771FEE}" dt="2021-07-16T16:22:13.468" v="1107" actId="207"/>
          <ac:spMkLst>
            <pc:docMk/>
            <pc:sldMk cId="4176327510" sldId="283"/>
            <ac:spMk id="39" creationId="{F2CD79E6-8761-4464-BB80-D0C9C4240D85}"/>
          </ac:spMkLst>
        </pc:spChg>
        <pc:spChg chg="add mod">
          <ac:chgData name="Naveen Ramaswamy" userId="294402153de7d7c0" providerId="LiveId" clId="{5FB21455-9E63-4AD3-9452-3137CF771FEE}" dt="2021-07-16T16:22:13.468" v="1107" actId="207"/>
          <ac:spMkLst>
            <pc:docMk/>
            <pc:sldMk cId="4176327510" sldId="283"/>
            <ac:spMk id="40" creationId="{700C3913-9AAC-4E5C-928B-95EBCAE72BC0}"/>
          </ac:spMkLst>
        </pc:spChg>
        <pc:spChg chg="add mod">
          <ac:chgData name="Naveen Ramaswamy" userId="294402153de7d7c0" providerId="LiveId" clId="{5FB21455-9E63-4AD3-9452-3137CF771FEE}" dt="2021-07-16T16:22:13.468" v="1107" actId="207"/>
          <ac:spMkLst>
            <pc:docMk/>
            <pc:sldMk cId="4176327510" sldId="283"/>
            <ac:spMk id="41" creationId="{DB1EF809-52DC-4F4B-9B57-DDA62D74236C}"/>
          </ac:spMkLst>
        </pc:spChg>
        <pc:spChg chg="add mod">
          <ac:chgData name="Naveen Ramaswamy" userId="294402153de7d7c0" providerId="LiveId" clId="{5FB21455-9E63-4AD3-9452-3137CF771FEE}" dt="2021-07-16T16:19:31.057" v="1099"/>
          <ac:spMkLst>
            <pc:docMk/>
            <pc:sldMk cId="4176327510" sldId="283"/>
            <ac:spMk id="42" creationId="{6D6E5C9D-0298-4D41-8020-52095EFFBBED}"/>
          </ac:spMkLst>
        </pc:spChg>
        <pc:spChg chg="add mod">
          <ac:chgData name="Naveen Ramaswamy" userId="294402153de7d7c0" providerId="LiveId" clId="{5FB21455-9E63-4AD3-9452-3137CF771FEE}" dt="2021-07-16T16:22:13.468" v="1107" actId="207"/>
          <ac:spMkLst>
            <pc:docMk/>
            <pc:sldMk cId="4176327510" sldId="283"/>
            <ac:spMk id="43" creationId="{EF0A9DC4-3DED-4519-A7D9-E3EAE26C22A6}"/>
          </ac:spMkLst>
        </pc:spChg>
        <pc:spChg chg="add mod">
          <ac:chgData name="Naveen Ramaswamy" userId="294402153de7d7c0" providerId="LiveId" clId="{5FB21455-9E63-4AD3-9452-3137CF771FEE}" dt="2021-07-16T16:22:13.468" v="1107" actId="207"/>
          <ac:spMkLst>
            <pc:docMk/>
            <pc:sldMk cId="4176327510" sldId="283"/>
            <ac:spMk id="44" creationId="{952C1DDA-1063-45DB-B5C3-F3CF0C741D23}"/>
          </ac:spMkLst>
        </pc:spChg>
        <pc:spChg chg="add mod">
          <ac:chgData name="Naveen Ramaswamy" userId="294402153de7d7c0" providerId="LiveId" clId="{5FB21455-9E63-4AD3-9452-3137CF771FEE}" dt="2021-07-16T16:22:13.468" v="1107" actId="207"/>
          <ac:spMkLst>
            <pc:docMk/>
            <pc:sldMk cId="4176327510" sldId="283"/>
            <ac:spMk id="45" creationId="{6115941D-6D11-48F3-9863-5671B4C023D4}"/>
          </ac:spMkLst>
        </pc:spChg>
        <pc:spChg chg="add mod">
          <ac:chgData name="Naveen Ramaswamy" userId="294402153de7d7c0" providerId="LiveId" clId="{5FB21455-9E63-4AD3-9452-3137CF771FEE}" dt="2021-07-16T16:19:31.057" v="1099"/>
          <ac:spMkLst>
            <pc:docMk/>
            <pc:sldMk cId="4176327510" sldId="283"/>
            <ac:spMk id="46" creationId="{10F8E0C7-9AB5-4763-8478-D069FE6598A9}"/>
          </ac:spMkLst>
        </pc:spChg>
        <pc:spChg chg="add mod">
          <ac:chgData name="Naveen Ramaswamy" userId="294402153de7d7c0" providerId="LiveId" clId="{5FB21455-9E63-4AD3-9452-3137CF771FEE}" dt="2021-07-16T16:22:13.468" v="1107" actId="207"/>
          <ac:spMkLst>
            <pc:docMk/>
            <pc:sldMk cId="4176327510" sldId="283"/>
            <ac:spMk id="47" creationId="{85788EDB-DB5D-416A-8CD6-931D065FA6F2}"/>
          </ac:spMkLst>
        </pc:spChg>
        <pc:spChg chg="add mod">
          <ac:chgData name="Naveen Ramaswamy" userId="294402153de7d7c0" providerId="LiveId" clId="{5FB21455-9E63-4AD3-9452-3137CF771FEE}" dt="2021-07-16T16:22:13.468" v="1107" actId="207"/>
          <ac:spMkLst>
            <pc:docMk/>
            <pc:sldMk cId="4176327510" sldId="283"/>
            <ac:spMk id="48" creationId="{4786D995-76E0-4B8C-B98C-E409AAEC6363}"/>
          </ac:spMkLst>
        </pc:spChg>
        <pc:spChg chg="add mod">
          <ac:chgData name="Naveen Ramaswamy" userId="294402153de7d7c0" providerId="LiveId" clId="{5FB21455-9E63-4AD3-9452-3137CF771FEE}" dt="2021-07-16T16:22:13.468" v="1107" actId="207"/>
          <ac:spMkLst>
            <pc:docMk/>
            <pc:sldMk cId="4176327510" sldId="283"/>
            <ac:spMk id="49" creationId="{C2AAC5D6-C122-4FB5-83BE-A6E5E3C339AE}"/>
          </ac:spMkLst>
        </pc:spChg>
        <pc:spChg chg="add mod">
          <ac:chgData name="Naveen Ramaswamy" userId="294402153de7d7c0" providerId="LiveId" clId="{5FB21455-9E63-4AD3-9452-3137CF771FEE}" dt="2021-07-16T16:19:31.057" v="1099"/>
          <ac:spMkLst>
            <pc:docMk/>
            <pc:sldMk cId="4176327510" sldId="283"/>
            <ac:spMk id="50" creationId="{08F04A1C-B439-4997-AC2B-EEFAB720E7FD}"/>
          </ac:spMkLst>
        </pc:spChg>
        <pc:spChg chg="add del">
          <ac:chgData name="Naveen Ramaswamy" userId="294402153de7d7c0" providerId="LiveId" clId="{5FB21455-9E63-4AD3-9452-3137CF771FEE}" dt="2021-07-16T16:20:14.119" v="1102" actId="478"/>
          <ac:spMkLst>
            <pc:docMk/>
            <pc:sldMk cId="4176327510" sldId="283"/>
            <ac:spMk id="51" creationId="{F9D1206D-9C1B-4088-B65A-57B92AA29DE2}"/>
          </ac:spMkLst>
        </pc:spChg>
        <pc:spChg chg="del mod">
          <ac:chgData name="Naveen Ramaswamy" userId="294402153de7d7c0" providerId="LiveId" clId="{5FB21455-9E63-4AD3-9452-3137CF771FEE}" dt="2021-07-18T11:48:03.944" v="1540" actId="478"/>
          <ac:spMkLst>
            <pc:docMk/>
            <pc:sldMk cId="4176327510" sldId="283"/>
            <ac:spMk id="56" creationId="{97C8627E-44F8-4721-A1DF-7E7E2A234A28}"/>
          </ac:spMkLst>
        </pc:spChg>
        <pc:spChg chg="del mod">
          <ac:chgData name="Naveen Ramaswamy" userId="294402153de7d7c0" providerId="LiveId" clId="{5FB21455-9E63-4AD3-9452-3137CF771FEE}" dt="2021-07-18T11:48:05.463" v="1541" actId="478"/>
          <ac:spMkLst>
            <pc:docMk/>
            <pc:sldMk cId="4176327510" sldId="283"/>
            <ac:spMk id="57" creationId="{A68A5E92-6DC2-47C6-933F-EB5A62872457}"/>
          </ac:spMkLst>
        </pc:spChg>
        <pc:spChg chg="del mod">
          <ac:chgData name="Naveen Ramaswamy" userId="294402153de7d7c0" providerId="LiveId" clId="{5FB21455-9E63-4AD3-9452-3137CF771FEE}" dt="2021-07-18T11:48:06.849" v="1542" actId="478"/>
          <ac:spMkLst>
            <pc:docMk/>
            <pc:sldMk cId="4176327510" sldId="283"/>
            <ac:spMk id="58" creationId="{58000C7D-86E8-458A-9776-DC565CABD26B}"/>
          </ac:spMkLst>
        </pc:spChg>
        <pc:spChg chg="mod">
          <ac:chgData name="Naveen Ramaswamy" userId="294402153de7d7c0" providerId="LiveId" clId="{5FB21455-9E63-4AD3-9452-3137CF771FEE}" dt="2021-07-16T16:22:59.792" v="1114"/>
          <ac:spMkLst>
            <pc:docMk/>
            <pc:sldMk cId="4176327510" sldId="283"/>
            <ac:spMk id="59" creationId="{7D686618-2BA9-45EB-99F2-E79DC7B3C694}"/>
          </ac:spMkLst>
        </pc:spChg>
        <pc:spChg chg="mod">
          <ac:chgData name="Naveen Ramaswamy" userId="294402153de7d7c0" providerId="LiveId" clId="{5FB21455-9E63-4AD3-9452-3137CF771FEE}" dt="2021-07-16T16:22:59.792" v="1114"/>
          <ac:spMkLst>
            <pc:docMk/>
            <pc:sldMk cId="4176327510" sldId="283"/>
            <ac:spMk id="60" creationId="{84FE7808-DFEE-40CC-9808-AF866CD564FA}"/>
          </ac:spMkLst>
        </pc:spChg>
        <pc:spChg chg="mod">
          <ac:chgData name="Naveen Ramaswamy" userId="294402153de7d7c0" providerId="LiveId" clId="{5FB21455-9E63-4AD3-9452-3137CF771FEE}" dt="2021-07-16T16:22:59.792" v="1114"/>
          <ac:spMkLst>
            <pc:docMk/>
            <pc:sldMk cId="4176327510" sldId="283"/>
            <ac:spMk id="61" creationId="{7D1B9518-F60C-4787-83D6-508A5ADFB3A8}"/>
          </ac:spMkLst>
        </pc:spChg>
        <pc:spChg chg="mod">
          <ac:chgData name="Naveen Ramaswamy" userId="294402153de7d7c0" providerId="LiveId" clId="{5FB21455-9E63-4AD3-9452-3137CF771FEE}" dt="2021-07-16T16:22:59.792" v="1114"/>
          <ac:spMkLst>
            <pc:docMk/>
            <pc:sldMk cId="4176327510" sldId="283"/>
            <ac:spMk id="62" creationId="{2F6EF9CE-DC6E-4F90-8A13-3972C828CBAA}"/>
          </ac:spMkLst>
        </pc:spChg>
        <pc:spChg chg="mod">
          <ac:chgData name="Naveen Ramaswamy" userId="294402153de7d7c0" providerId="LiveId" clId="{5FB21455-9E63-4AD3-9452-3137CF771FEE}" dt="2021-07-16T16:22:59.792" v="1114"/>
          <ac:spMkLst>
            <pc:docMk/>
            <pc:sldMk cId="4176327510" sldId="283"/>
            <ac:spMk id="70" creationId="{B671DF6C-B512-4BDC-A892-D767DE051EDB}"/>
          </ac:spMkLst>
        </pc:spChg>
        <pc:spChg chg="mod">
          <ac:chgData name="Naveen Ramaswamy" userId="294402153de7d7c0" providerId="LiveId" clId="{5FB21455-9E63-4AD3-9452-3137CF771FEE}" dt="2021-07-16T16:26:23.532" v="1140" actId="1076"/>
          <ac:spMkLst>
            <pc:docMk/>
            <pc:sldMk cId="4176327510" sldId="283"/>
            <ac:spMk id="71" creationId="{A9F02641-A70C-4AC3-A009-5E178F8B7031}"/>
          </ac:spMkLst>
        </pc:spChg>
        <pc:spChg chg="mod">
          <ac:chgData name="Naveen Ramaswamy" userId="294402153de7d7c0" providerId="LiveId" clId="{5FB21455-9E63-4AD3-9452-3137CF771FEE}" dt="2021-07-16T16:22:59.792" v="1114"/>
          <ac:spMkLst>
            <pc:docMk/>
            <pc:sldMk cId="4176327510" sldId="283"/>
            <ac:spMk id="78" creationId="{D38A3075-E09C-4E87-BBA9-D5E5F193EB50}"/>
          </ac:spMkLst>
        </pc:spChg>
        <pc:spChg chg="mod">
          <ac:chgData name="Naveen Ramaswamy" userId="294402153de7d7c0" providerId="LiveId" clId="{5FB21455-9E63-4AD3-9452-3137CF771FEE}" dt="2021-07-16T16:22:59.792" v="1114"/>
          <ac:spMkLst>
            <pc:docMk/>
            <pc:sldMk cId="4176327510" sldId="283"/>
            <ac:spMk id="79" creationId="{AB73D6A9-DABF-4EC1-992F-3CAA9033BAD3}"/>
          </ac:spMkLst>
        </pc:spChg>
        <pc:spChg chg="mod">
          <ac:chgData name="Naveen Ramaswamy" userId="294402153de7d7c0" providerId="LiveId" clId="{5FB21455-9E63-4AD3-9452-3137CF771FEE}" dt="2021-07-16T16:22:59.792" v="1114"/>
          <ac:spMkLst>
            <pc:docMk/>
            <pc:sldMk cId="4176327510" sldId="283"/>
            <ac:spMk id="80" creationId="{7BAB068B-6BBD-43E0-9522-5701FD93E949}"/>
          </ac:spMkLst>
        </pc:spChg>
        <pc:spChg chg="mod">
          <ac:chgData name="Naveen Ramaswamy" userId="294402153de7d7c0" providerId="LiveId" clId="{5FB21455-9E63-4AD3-9452-3137CF771FEE}" dt="2021-07-16T16:22:59.792" v="1114"/>
          <ac:spMkLst>
            <pc:docMk/>
            <pc:sldMk cId="4176327510" sldId="283"/>
            <ac:spMk id="81" creationId="{61979570-202D-427E-8582-1921ED41E676}"/>
          </ac:spMkLst>
        </pc:spChg>
        <pc:spChg chg="mod">
          <ac:chgData name="Naveen Ramaswamy" userId="294402153de7d7c0" providerId="LiveId" clId="{5FB21455-9E63-4AD3-9452-3137CF771FEE}" dt="2021-07-16T16:22:59.792" v="1114"/>
          <ac:spMkLst>
            <pc:docMk/>
            <pc:sldMk cId="4176327510" sldId="283"/>
            <ac:spMk id="82" creationId="{6ED8AFDB-95DD-4FC1-9EA5-66DF4299F319}"/>
          </ac:spMkLst>
        </pc:spChg>
        <pc:spChg chg="mod">
          <ac:chgData name="Naveen Ramaswamy" userId="294402153de7d7c0" providerId="LiveId" clId="{5FB21455-9E63-4AD3-9452-3137CF771FEE}" dt="2021-07-16T16:22:59.792" v="1114"/>
          <ac:spMkLst>
            <pc:docMk/>
            <pc:sldMk cId="4176327510" sldId="283"/>
            <ac:spMk id="83" creationId="{5F7994E6-EEB3-4FDF-B206-CC0979A68648}"/>
          </ac:spMkLst>
        </pc:spChg>
        <pc:spChg chg="mod">
          <ac:chgData name="Naveen Ramaswamy" userId="294402153de7d7c0" providerId="LiveId" clId="{5FB21455-9E63-4AD3-9452-3137CF771FEE}" dt="2021-07-16T16:22:59.792" v="1114"/>
          <ac:spMkLst>
            <pc:docMk/>
            <pc:sldMk cId="4176327510" sldId="283"/>
            <ac:spMk id="84" creationId="{E6735763-CBF8-45AD-8A89-870D447C4217}"/>
          </ac:spMkLst>
        </pc:spChg>
        <pc:spChg chg="mod">
          <ac:chgData name="Naveen Ramaswamy" userId="294402153de7d7c0" providerId="LiveId" clId="{5FB21455-9E63-4AD3-9452-3137CF771FEE}" dt="2021-07-16T16:22:59.792" v="1114"/>
          <ac:spMkLst>
            <pc:docMk/>
            <pc:sldMk cId="4176327510" sldId="283"/>
            <ac:spMk id="85" creationId="{0DF71A3E-BC7B-48A1-A27A-C081DC8896EA}"/>
          </ac:spMkLst>
        </pc:spChg>
        <pc:spChg chg="mod">
          <ac:chgData name="Naveen Ramaswamy" userId="294402153de7d7c0" providerId="LiveId" clId="{5FB21455-9E63-4AD3-9452-3137CF771FEE}" dt="2021-07-16T16:22:59.792" v="1114"/>
          <ac:spMkLst>
            <pc:docMk/>
            <pc:sldMk cId="4176327510" sldId="283"/>
            <ac:spMk id="86" creationId="{811B1BC7-95D3-4D29-80FC-771285DB0918}"/>
          </ac:spMkLst>
        </pc:spChg>
        <pc:spChg chg="mod">
          <ac:chgData name="Naveen Ramaswamy" userId="294402153de7d7c0" providerId="LiveId" clId="{5FB21455-9E63-4AD3-9452-3137CF771FEE}" dt="2021-07-16T16:22:59.792" v="1114"/>
          <ac:spMkLst>
            <pc:docMk/>
            <pc:sldMk cId="4176327510" sldId="283"/>
            <ac:spMk id="87" creationId="{E208CFF5-EA85-4D1B-84C6-DA88F0C9B538}"/>
          </ac:spMkLst>
        </pc:spChg>
        <pc:spChg chg="mod">
          <ac:chgData name="Naveen Ramaswamy" userId="294402153de7d7c0" providerId="LiveId" clId="{5FB21455-9E63-4AD3-9452-3137CF771FEE}" dt="2021-07-16T16:22:59.792" v="1114"/>
          <ac:spMkLst>
            <pc:docMk/>
            <pc:sldMk cId="4176327510" sldId="283"/>
            <ac:spMk id="88" creationId="{0DDBBBE2-8EB8-4C3D-81DF-5E4B9C8302E8}"/>
          </ac:spMkLst>
        </pc:spChg>
        <pc:spChg chg="mod">
          <ac:chgData name="Naveen Ramaswamy" userId="294402153de7d7c0" providerId="LiveId" clId="{5FB21455-9E63-4AD3-9452-3137CF771FEE}" dt="2021-07-16T16:22:59.792" v="1114"/>
          <ac:spMkLst>
            <pc:docMk/>
            <pc:sldMk cId="4176327510" sldId="283"/>
            <ac:spMk id="89" creationId="{496AE850-5CD1-4151-BD6C-898CBD8ECBC1}"/>
          </ac:spMkLst>
        </pc:spChg>
        <pc:spChg chg="mod">
          <ac:chgData name="Naveen Ramaswamy" userId="294402153de7d7c0" providerId="LiveId" clId="{5FB21455-9E63-4AD3-9452-3137CF771FEE}" dt="2021-07-16T16:22:59.792" v="1114"/>
          <ac:spMkLst>
            <pc:docMk/>
            <pc:sldMk cId="4176327510" sldId="283"/>
            <ac:spMk id="90" creationId="{F401C8A4-6649-4791-AC63-D8A058ACCD0C}"/>
          </ac:spMkLst>
        </pc:spChg>
        <pc:spChg chg="mod">
          <ac:chgData name="Naveen Ramaswamy" userId="294402153de7d7c0" providerId="LiveId" clId="{5FB21455-9E63-4AD3-9452-3137CF771FEE}" dt="2021-07-16T16:22:59.792" v="1114"/>
          <ac:spMkLst>
            <pc:docMk/>
            <pc:sldMk cId="4176327510" sldId="283"/>
            <ac:spMk id="91" creationId="{E6D2B761-6AEB-403C-830D-2E20C1618FC1}"/>
          </ac:spMkLst>
        </pc:spChg>
        <pc:spChg chg="mod">
          <ac:chgData name="Naveen Ramaswamy" userId="294402153de7d7c0" providerId="LiveId" clId="{5FB21455-9E63-4AD3-9452-3137CF771FEE}" dt="2021-07-16T16:22:59.792" v="1114"/>
          <ac:spMkLst>
            <pc:docMk/>
            <pc:sldMk cId="4176327510" sldId="283"/>
            <ac:spMk id="92" creationId="{D53DFFC4-9A5C-4BB2-8471-84EFE16EE0A3}"/>
          </ac:spMkLst>
        </pc:spChg>
        <pc:spChg chg="mod">
          <ac:chgData name="Naveen Ramaswamy" userId="294402153de7d7c0" providerId="LiveId" clId="{5FB21455-9E63-4AD3-9452-3137CF771FEE}" dt="2021-07-16T16:22:59.792" v="1114"/>
          <ac:spMkLst>
            <pc:docMk/>
            <pc:sldMk cId="4176327510" sldId="283"/>
            <ac:spMk id="93" creationId="{9A708456-05BE-49C9-AB44-DD5B5D5E20F6}"/>
          </ac:spMkLst>
        </pc:spChg>
        <pc:spChg chg="mod">
          <ac:chgData name="Naveen Ramaswamy" userId="294402153de7d7c0" providerId="LiveId" clId="{5FB21455-9E63-4AD3-9452-3137CF771FEE}" dt="2021-07-16T16:22:59.792" v="1114"/>
          <ac:spMkLst>
            <pc:docMk/>
            <pc:sldMk cId="4176327510" sldId="283"/>
            <ac:spMk id="94" creationId="{080D1BE5-84C2-42F2-BCD0-4E872A40BEC7}"/>
          </ac:spMkLst>
        </pc:spChg>
        <pc:spChg chg="mod">
          <ac:chgData name="Naveen Ramaswamy" userId="294402153de7d7c0" providerId="LiveId" clId="{5FB21455-9E63-4AD3-9452-3137CF771FEE}" dt="2021-07-16T16:24:35.290" v="1124" actId="207"/>
          <ac:spMkLst>
            <pc:docMk/>
            <pc:sldMk cId="4176327510" sldId="283"/>
            <ac:spMk id="95" creationId="{176568B5-5F9C-46A0-A42F-F0F930990D06}"/>
          </ac:spMkLst>
        </pc:spChg>
        <pc:spChg chg="mod">
          <ac:chgData name="Naveen Ramaswamy" userId="294402153de7d7c0" providerId="LiveId" clId="{5FB21455-9E63-4AD3-9452-3137CF771FEE}" dt="2021-07-16T16:22:59.792" v="1114"/>
          <ac:spMkLst>
            <pc:docMk/>
            <pc:sldMk cId="4176327510" sldId="283"/>
            <ac:spMk id="96" creationId="{AAD1F787-28C5-4540-A05F-7FA94E849380}"/>
          </ac:spMkLst>
        </pc:spChg>
        <pc:spChg chg="mod">
          <ac:chgData name="Naveen Ramaswamy" userId="294402153de7d7c0" providerId="LiveId" clId="{5FB21455-9E63-4AD3-9452-3137CF771FEE}" dt="2021-07-16T16:22:59.792" v="1114"/>
          <ac:spMkLst>
            <pc:docMk/>
            <pc:sldMk cId="4176327510" sldId="283"/>
            <ac:spMk id="97" creationId="{DF0B7027-F98C-48E0-B769-350F096CC728}"/>
          </ac:spMkLst>
        </pc:spChg>
        <pc:spChg chg="mod">
          <ac:chgData name="Naveen Ramaswamy" userId="294402153de7d7c0" providerId="LiveId" clId="{5FB21455-9E63-4AD3-9452-3137CF771FEE}" dt="2021-07-16T16:22:59.792" v="1114"/>
          <ac:spMkLst>
            <pc:docMk/>
            <pc:sldMk cId="4176327510" sldId="283"/>
            <ac:spMk id="98" creationId="{349F4866-6BF3-4F89-846F-1790D22166DC}"/>
          </ac:spMkLst>
        </pc:spChg>
        <pc:spChg chg="mod">
          <ac:chgData name="Naveen Ramaswamy" userId="294402153de7d7c0" providerId="LiveId" clId="{5FB21455-9E63-4AD3-9452-3137CF771FEE}" dt="2021-07-18T11:48:08.674" v="1543"/>
          <ac:spMkLst>
            <pc:docMk/>
            <pc:sldMk cId="4176327510" sldId="283"/>
            <ac:spMk id="100" creationId="{49AA05D0-7871-44AE-B3AD-028828905E1C}"/>
          </ac:spMkLst>
        </pc:spChg>
        <pc:spChg chg="mod">
          <ac:chgData name="Naveen Ramaswamy" userId="294402153de7d7c0" providerId="LiveId" clId="{5FB21455-9E63-4AD3-9452-3137CF771FEE}" dt="2021-07-18T11:48:08.674" v="1543"/>
          <ac:spMkLst>
            <pc:docMk/>
            <pc:sldMk cId="4176327510" sldId="283"/>
            <ac:spMk id="101" creationId="{EF20D0E2-2E1A-481B-BC50-766DAC1E2AFB}"/>
          </ac:spMkLst>
        </pc:spChg>
        <pc:spChg chg="mod">
          <ac:chgData name="Naveen Ramaswamy" userId="294402153de7d7c0" providerId="LiveId" clId="{5FB21455-9E63-4AD3-9452-3137CF771FEE}" dt="2021-07-18T11:48:08.674" v="1543"/>
          <ac:spMkLst>
            <pc:docMk/>
            <pc:sldMk cId="4176327510" sldId="283"/>
            <ac:spMk id="103" creationId="{DFDA2A37-9BFA-4C49-A8C5-1AF9073B3FC9}"/>
          </ac:spMkLst>
        </pc:spChg>
        <pc:spChg chg="mod">
          <ac:chgData name="Naveen Ramaswamy" userId="294402153de7d7c0" providerId="LiveId" clId="{5FB21455-9E63-4AD3-9452-3137CF771FEE}" dt="2021-07-18T11:48:08.674" v="1543"/>
          <ac:spMkLst>
            <pc:docMk/>
            <pc:sldMk cId="4176327510" sldId="283"/>
            <ac:spMk id="104" creationId="{4E9CA8D8-3796-4E4E-8FE2-99CEF9D4054C}"/>
          </ac:spMkLst>
        </pc:spChg>
        <pc:spChg chg="add mod">
          <ac:chgData name="Naveen Ramaswamy" userId="294402153de7d7c0" providerId="LiveId" clId="{5FB21455-9E63-4AD3-9452-3137CF771FEE}" dt="2021-07-16T16:27:58.126" v="1153" actId="164"/>
          <ac:spMkLst>
            <pc:docMk/>
            <pc:sldMk cId="4176327510" sldId="283"/>
            <ac:spMk id="106" creationId="{3B49B234-396A-41EE-AC5D-FB6F467458B7}"/>
          </ac:spMkLst>
        </pc:spChg>
        <pc:spChg chg="add mod">
          <ac:chgData name="Naveen Ramaswamy" userId="294402153de7d7c0" providerId="LiveId" clId="{5FB21455-9E63-4AD3-9452-3137CF771FEE}" dt="2021-07-16T16:46:45.083" v="1324" actId="164"/>
          <ac:spMkLst>
            <pc:docMk/>
            <pc:sldMk cId="4176327510" sldId="283"/>
            <ac:spMk id="108" creationId="{AA845D9E-DF82-432E-933C-22A9F56E5638}"/>
          </ac:spMkLst>
        </pc:spChg>
        <pc:spChg chg="mod">
          <ac:chgData name="Naveen Ramaswamy" userId="294402153de7d7c0" providerId="LiveId" clId="{5FB21455-9E63-4AD3-9452-3137CF771FEE}" dt="2021-07-18T11:48:08.951" v="1544"/>
          <ac:spMkLst>
            <pc:docMk/>
            <pc:sldMk cId="4176327510" sldId="283"/>
            <ac:spMk id="111" creationId="{D343AC88-CACB-4E56-AE3E-33A11B7B5D7B}"/>
          </ac:spMkLst>
        </pc:spChg>
        <pc:spChg chg="mod">
          <ac:chgData name="Naveen Ramaswamy" userId="294402153de7d7c0" providerId="LiveId" clId="{5FB21455-9E63-4AD3-9452-3137CF771FEE}" dt="2021-07-18T11:48:08.951" v="1544"/>
          <ac:spMkLst>
            <pc:docMk/>
            <pc:sldMk cId="4176327510" sldId="283"/>
            <ac:spMk id="112" creationId="{BFF9A876-2897-4BAB-A604-69C1584C510E}"/>
          </ac:spMkLst>
        </pc:spChg>
        <pc:spChg chg="mod">
          <ac:chgData name="Naveen Ramaswamy" userId="294402153de7d7c0" providerId="LiveId" clId="{5FB21455-9E63-4AD3-9452-3137CF771FEE}" dt="2021-07-18T11:48:08.951" v="1544"/>
          <ac:spMkLst>
            <pc:docMk/>
            <pc:sldMk cId="4176327510" sldId="283"/>
            <ac:spMk id="113" creationId="{66797598-6DB2-497D-B739-3D3C711E68D7}"/>
          </ac:spMkLst>
        </pc:spChg>
        <pc:spChg chg="mod">
          <ac:chgData name="Naveen Ramaswamy" userId="294402153de7d7c0" providerId="LiveId" clId="{5FB21455-9E63-4AD3-9452-3137CF771FEE}" dt="2021-07-18T11:48:08.951" v="1544"/>
          <ac:spMkLst>
            <pc:docMk/>
            <pc:sldMk cId="4176327510" sldId="283"/>
            <ac:spMk id="114" creationId="{1B973A7D-D3AF-4A81-9C81-CA75863DE66C}"/>
          </ac:spMkLst>
        </pc:spChg>
        <pc:grpChg chg="add mod">
          <ac:chgData name="Naveen Ramaswamy" userId="294402153de7d7c0" providerId="LiveId" clId="{5FB21455-9E63-4AD3-9452-3137CF771FEE}" dt="2021-07-18T12:02:35.899" v="2067" actId="1076"/>
          <ac:grpSpMkLst>
            <pc:docMk/>
            <pc:sldMk cId="4176327510" sldId="283"/>
            <ac:grpSpMk id="2" creationId="{306153E7-D788-4D64-9C46-D9A533B3959E}"/>
          </ac:grpSpMkLst>
        </pc:grpChg>
        <pc:grpChg chg="add del mod">
          <ac:chgData name="Naveen Ramaswamy" userId="294402153de7d7c0" providerId="LiveId" clId="{5FB21455-9E63-4AD3-9452-3137CF771FEE}" dt="2021-07-18T11:48:00.075" v="1537" actId="478"/>
          <ac:grpSpMkLst>
            <pc:docMk/>
            <pc:sldMk cId="4176327510" sldId="283"/>
            <ac:grpSpMk id="4" creationId="{10870C10-B7AC-470B-8310-243399F40434}"/>
          </ac:grpSpMkLst>
        </pc:grpChg>
        <pc:grpChg chg="add del mod">
          <ac:chgData name="Naveen Ramaswamy" userId="294402153de7d7c0" providerId="LiveId" clId="{5FB21455-9E63-4AD3-9452-3137CF771FEE}" dt="2021-07-16T16:22:43.910" v="1109" actId="478"/>
          <ac:grpSpMkLst>
            <pc:docMk/>
            <pc:sldMk cId="4176327510" sldId="283"/>
            <ac:grpSpMk id="5" creationId="{D2B1479B-B637-4C41-A8F9-9942F7E9041C}"/>
          </ac:grpSpMkLst>
        </pc:grpChg>
        <pc:grpChg chg="add mod">
          <ac:chgData name="Naveen Ramaswamy" userId="294402153de7d7c0" providerId="LiveId" clId="{5FB21455-9E63-4AD3-9452-3137CF771FEE}" dt="2021-07-16T16:19:31.057" v="1099"/>
          <ac:grpSpMkLst>
            <pc:docMk/>
            <pc:sldMk cId="4176327510" sldId="283"/>
            <ac:grpSpMk id="9" creationId="{2D64DB85-92E1-48D3-A96A-33C1CE4E0571}"/>
          </ac:grpSpMkLst>
        </pc:grpChg>
        <pc:grpChg chg="add mod">
          <ac:chgData name="Naveen Ramaswamy" userId="294402153de7d7c0" providerId="LiveId" clId="{5FB21455-9E63-4AD3-9452-3137CF771FEE}" dt="2021-07-16T16:19:31.057" v="1099"/>
          <ac:grpSpMkLst>
            <pc:docMk/>
            <pc:sldMk cId="4176327510" sldId="283"/>
            <ac:grpSpMk id="15" creationId="{20D86B75-75CA-4154-A301-18AEE62B62C5}"/>
          </ac:grpSpMkLst>
        </pc:grpChg>
        <pc:grpChg chg="add mod">
          <ac:chgData name="Naveen Ramaswamy" userId="294402153de7d7c0" providerId="LiveId" clId="{5FB21455-9E63-4AD3-9452-3137CF771FEE}" dt="2021-07-16T16:19:31.057" v="1099"/>
          <ac:grpSpMkLst>
            <pc:docMk/>
            <pc:sldMk cId="4176327510" sldId="283"/>
            <ac:grpSpMk id="16" creationId="{0E7BBA43-9047-4099-A4A8-FE902CBF0F2D}"/>
          </ac:grpSpMkLst>
        </pc:grpChg>
        <pc:grpChg chg="add mod">
          <ac:chgData name="Naveen Ramaswamy" userId="294402153de7d7c0" providerId="LiveId" clId="{5FB21455-9E63-4AD3-9452-3137CF771FEE}" dt="2021-07-16T16:19:31.057" v="1099"/>
          <ac:grpSpMkLst>
            <pc:docMk/>
            <pc:sldMk cId="4176327510" sldId="283"/>
            <ac:grpSpMk id="26" creationId="{05BA0BAD-B628-4351-8F0A-24641B23983B}"/>
          </ac:grpSpMkLst>
        </pc:grpChg>
        <pc:grpChg chg="add mod">
          <ac:chgData name="Naveen Ramaswamy" userId="294402153de7d7c0" providerId="LiveId" clId="{5FB21455-9E63-4AD3-9452-3137CF771FEE}" dt="2021-07-16T16:19:31.057" v="1099"/>
          <ac:grpSpMkLst>
            <pc:docMk/>
            <pc:sldMk cId="4176327510" sldId="283"/>
            <ac:grpSpMk id="27" creationId="{BED681E7-2B58-4B0E-BD0E-8970B2FFD32A}"/>
          </ac:grpSpMkLst>
        </pc:grpChg>
        <pc:grpChg chg="add mod">
          <ac:chgData name="Naveen Ramaswamy" userId="294402153de7d7c0" providerId="LiveId" clId="{5FB21455-9E63-4AD3-9452-3137CF771FEE}" dt="2021-07-16T16:19:31.057" v="1099"/>
          <ac:grpSpMkLst>
            <pc:docMk/>
            <pc:sldMk cId="4176327510" sldId="283"/>
            <ac:grpSpMk id="28" creationId="{952FA45B-9F91-49BD-AB61-8550E6E9733F}"/>
          </ac:grpSpMkLst>
        </pc:grpChg>
        <pc:grpChg chg="add mod">
          <ac:chgData name="Naveen Ramaswamy" userId="294402153de7d7c0" providerId="LiveId" clId="{5FB21455-9E63-4AD3-9452-3137CF771FEE}" dt="2021-07-16T16:19:31.057" v="1099"/>
          <ac:grpSpMkLst>
            <pc:docMk/>
            <pc:sldMk cId="4176327510" sldId="283"/>
            <ac:grpSpMk id="29" creationId="{881DE8F0-AEAD-4ABB-AFD6-661F10D965EA}"/>
          </ac:grpSpMkLst>
        </pc:grpChg>
        <pc:grpChg chg="add del mod">
          <ac:chgData name="Naveen Ramaswamy" userId="294402153de7d7c0" providerId="LiveId" clId="{5FB21455-9E63-4AD3-9452-3137CF771FEE}" dt="2021-07-18T11:48:06.849" v="1542" actId="478"/>
          <ac:grpSpMkLst>
            <pc:docMk/>
            <pc:sldMk cId="4176327510" sldId="283"/>
            <ac:grpSpMk id="54" creationId="{14C157DC-FB52-4C4D-8969-A651D61EFBCB}"/>
          </ac:grpSpMkLst>
        </pc:grpChg>
        <pc:grpChg chg="mod">
          <ac:chgData name="Naveen Ramaswamy" userId="294402153de7d7c0" providerId="LiveId" clId="{5FB21455-9E63-4AD3-9452-3137CF771FEE}" dt="2021-07-16T16:22:59.792" v="1114"/>
          <ac:grpSpMkLst>
            <pc:docMk/>
            <pc:sldMk cId="4176327510" sldId="283"/>
            <ac:grpSpMk id="55" creationId="{CB7E3B0C-EC22-4618-ACA8-996EF8134E2C}"/>
          </ac:grpSpMkLst>
        </pc:grpChg>
        <pc:grpChg chg="mod">
          <ac:chgData name="Naveen Ramaswamy" userId="294402153de7d7c0" providerId="LiveId" clId="{5FB21455-9E63-4AD3-9452-3137CF771FEE}" dt="2021-07-16T16:22:59.792" v="1114"/>
          <ac:grpSpMkLst>
            <pc:docMk/>
            <pc:sldMk cId="4176327510" sldId="283"/>
            <ac:grpSpMk id="63" creationId="{140D0B77-6878-4307-9CC7-17DC1A02F8B1}"/>
          </ac:grpSpMkLst>
        </pc:grpChg>
        <pc:grpChg chg="mod">
          <ac:chgData name="Naveen Ramaswamy" userId="294402153de7d7c0" providerId="LiveId" clId="{5FB21455-9E63-4AD3-9452-3137CF771FEE}" dt="2021-07-16T16:22:59.792" v="1114"/>
          <ac:grpSpMkLst>
            <pc:docMk/>
            <pc:sldMk cId="4176327510" sldId="283"/>
            <ac:grpSpMk id="64" creationId="{0F69729E-98CB-42F1-A19A-6C06E12AA666}"/>
          </ac:grpSpMkLst>
        </pc:grpChg>
        <pc:grpChg chg="mod">
          <ac:chgData name="Naveen Ramaswamy" userId="294402153de7d7c0" providerId="LiveId" clId="{5FB21455-9E63-4AD3-9452-3137CF771FEE}" dt="2021-07-16T16:22:59.792" v="1114"/>
          <ac:grpSpMkLst>
            <pc:docMk/>
            <pc:sldMk cId="4176327510" sldId="283"/>
            <ac:grpSpMk id="74" creationId="{A8B55C15-02B2-4C4C-96FF-E78C6E69FAC7}"/>
          </ac:grpSpMkLst>
        </pc:grpChg>
        <pc:grpChg chg="mod">
          <ac:chgData name="Naveen Ramaswamy" userId="294402153de7d7c0" providerId="LiveId" clId="{5FB21455-9E63-4AD3-9452-3137CF771FEE}" dt="2021-07-16T16:22:59.792" v="1114"/>
          <ac:grpSpMkLst>
            <pc:docMk/>
            <pc:sldMk cId="4176327510" sldId="283"/>
            <ac:grpSpMk id="75" creationId="{C7193AC2-CF68-4FC6-A21C-9883FD3255AC}"/>
          </ac:grpSpMkLst>
        </pc:grpChg>
        <pc:grpChg chg="mod">
          <ac:chgData name="Naveen Ramaswamy" userId="294402153de7d7c0" providerId="LiveId" clId="{5FB21455-9E63-4AD3-9452-3137CF771FEE}" dt="2021-07-16T16:22:59.792" v="1114"/>
          <ac:grpSpMkLst>
            <pc:docMk/>
            <pc:sldMk cId="4176327510" sldId="283"/>
            <ac:grpSpMk id="76" creationId="{7ECBB33D-BFF8-4101-A687-898F266D4003}"/>
          </ac:grpSpMkLst>
        </pc:grpChg>
        <pc:grpChg chg="mod">
          <ac:chgData name="Naveen Ramaswamy" userId="294402153de7d7c0" providerId="LiveId" clId="{5FB21455-9E63-4AD3-9452-3137CF771FEE}" dt="2021-07-16T16:22:59.792" v="1114"/>
          <ac:grpSpMkLst>
            <pc:docMk/>
            <pc:sldMk cId="4176327510" sldId="283"/>
            <ac:grpSpMk id="77" creationId="{B2037D3D-E5DA-49DA-A832-B5A45B42C20B}"/>
          </ac:grpSpMkLst>
        </pc:grpChg>
        <pc:grpChg chg="add mod">
          <ac:chgData name="Naveen Ramaswamy" userId="294402153de7d7c0" providerId="LiveId" clId="{5FB21455-9E63-4AD3-9452-3137CF771FEE}" dt="2021-07-18T11:48:22.959" v="1547" actId="164"/>
          <ac:grpSpMkLst>
            <pc:docMk/>
            <pc:sldMk cId="4176327510" sldId="283"/>
            <ac:grpSpMk id="99" creationId="{9B31C272-6574-485F-A805-A8DA881AD550}"/>
          </ac:grpSpMkLst>
        </pc:grpChg>
        <pc:grpChg chg="add mod">
          <ac:chgData name="Naveen Ramaswamy" userId="294402153de7d7c0" providerId="LiveId" clId="{5FB21455-9E63-4AD3-9452-3137CF771FEE}" dt="2021-07-16T16:27:58.126" v="1153" actId="164"/>
          <ac:grpSpMkLst>
            <pc:docMk/>
            <pc:sldMk cId="4176327510" sldId="283"/>
            <ac:grpSpMk id="105" creationId="{C1FB6CB7-C427-48C5-9743-E15AA95A7E79}"/>
          </ac:grpSpMkLst>
        </pc:grpChg>
        <pc:grpChg chg="add mod">
          <ac:chgData name="Naveen Ramaswamy" userId="294402153de7d7c0" providerId="LiveId" clId="{5FB21455-9E63-4AD3-9452-3137CF771FEE}" dt="2021-07-16T16:46:45.083" v="1324" actId="164"/>
          <ac:grpSpMkLst>
            <pc:docMk/>
            <pc:sldMk cId="4176327510" sldId="283"/>
            <ac:grpSpMk id="107" creationId="{44CBD44E-D51A-4D6A-83D9-6A925FC1397A}"/>
          </ac:grpSpMkLst>
        </pc:grpChg>
        <pc:grpChg chg="add del mod">
          <ac:chgData name="Naveen Ramaswamy" userId="294402153de7d7c0" providerId="LiveId" clId="{5FB21455-9E63-4AD3-9452-3137CF771FEE}" dt="2021-07-18T11:48:22.959" v="1547" actId="164"/>
          <ac:grpSpMkLst>
            <pc:docMk/>
            <pc:sldMk cId="4176327510" sldId="283"/>
            <ac:grpSpMk id="109" creationId="{A9AFA628-C65A-4CC1-9C54-D7A813E98188}"/>
          </ac:grpSpMkLst>
        </pc:grpChg>
        <pc:grpChg chg="add mod">
          <ac:chgData name="Naveen Ramaswamy" userId="294402153de7d7c0" providerId="LiveId" clId="{5FB21455-9E63-4AD3-9452-3137CF771FEE}" dt="2021-07-18T11:48:22.959" v="1547" actId="164"/>
          <ac:grpSpMkLst>
            <pc:docMk/>
            <pc:sldMk cId="4176327510" sldId="283"/>
            <ac:grpSpMk id="110" creationId="{C2F86BBA-6A5F-4820-91C4-DD7A77CD6AA2}"/>
          </ac:grpSpMkLst>
        </pc:grpChg>
        <pc:cxnChg chg="add del mod">
          <ac:chgData name="Naveen Ramaswamy" userId="294402153de7d7c0" providerId="LiveId" clId="{5FB21455-9E63-4AD3-9452-3137CF771FEE}" dt="2021-07-16T16:25:28.697" v="1131" actId="478"/>
          <ac:cxnSpMkLst>
            <pc:docMk/>
            <pc:sldMk cId="4176327510" sldId="283"/>
            <ac:cxnSpMk id="17" creationId="{B4AF9D96-EA20-4190-A6C4-357E58AA537D}"/>
          </ac:cxnSpMkLst>
        </pc:cxnChg>
        <pc:cxnChg chg="add mod">
          <ac:chgData name="Naveen Ramaswamy" userId="294402153de7d7c0" providerId="LiveId" clId="{5FB21455-9E63-4AD3-9452-3137CF771FEE}" dt="2021-07-16T16:19:31.057" v="1099"/>
          <ac:cxnSpMkLst>
            <pc:docMk/>
            <pc:sldMk cId="4176327510" sldId="283"/>
            <ac:cxnSpMk id="18" creationId="{DA5A9497-0C34-488E-B745-AC9EAABD47CC}"/>
          </ac:cxnSpMkLst>
        </pc:cxnChg>
        <pc:cxnChg chg="add mod">
          <ac:chgData name="Naveen Ramaswamy" userId="294402153de7d7c0" providerId="LiveId" clId="{5FB21455-9E63-4AD3-9452-3137CF771FEE}" dt="2021-07-16T16:19:31.057" v="1099"/>
          <ac:cxnSpMkLst>
            <pc:docMk/>
            <pc:sldMk cId="4176327510" sldId="283"/>
            <ac:cxnSpMk id="19" creationId="{A56BE7FA-AF3B-4ACC-974E-DC0F1646D698}"/>
          </ac:cxnSpMkLst>
        </pc:cxnChg>
        <pc:cxnChg chg="add mod">
          <ac:chgData name="Naveen Ramaswamy" userId="294402153de7d7c0" providerId="LiveId" clId="{5FB21455-9E63-4AD3-9452-3137CF771FEE}" dt="2021-07-16T16:19:31.057" v="1099"/>
          <ac:cxnSpMkLst>
            <pc:docMk/>
            <pc:sldMk cId="4176327510" sldId="283"/>
            <ac:cxnSpMk id="20" creationId="{BE49734F-34C3-4066-B3C2-F4D91F871864}"/>
          </ac:cxnSpMkLst>
        </pc:cxnChg>
        <pc:cxnChg chg="add mod">
          <ac:chgData name="Naveen Ramaswamy" userId="294402153de7d7c0" providerId="LiveId" clId="{5FB21455-9E63-4AD3-9452-3137CF771FEE}" dt="2021-07-16T16:19:31.057" v="1099"/>
          <ac:cxnSpMkLst>
            <pc:docMk/>
            <pc:sldMk cId="4176327510" sldId="283"/>
            <ac:cxnSpMk id="21" creationId="{8D245826-B277-49CA-8613-83DFDC3A4137}"/>
          </ac:cxnSpMkLst>
        </pc:cxnChg>
        <pc:cxnChg chg="add del mod">
          <ac:chgData name="Naveen Ramaswamy" userId="294402153de7d7c0" providerId="LiveId" clId="{5FB21455-9E63-4AD3-9452-3137CF771FEE}" dt="2021-07-16T16:25:13.869" v="1125" actId="478"/>
          <ac:cxnSpMkLst>
            <pc:docMk/>
            <pc:sldMk cId="4176327510" sldId="283"/>
            <ac:cxnSpMk id="24" creationId="{1E66E88C-5538-4BEA-B89E-405F72CEF627}"/>
          </ac:cxnSpMkLst>
        </pc:cxnChg>
        <pc:cxnChg chg="add del mod">
          <ac:chgData name="Naveen Ramaswamy" userId="294402153de7d7c0" providerId="LiveId" clId="{5FB21455-9E63-4AD3-9452-3137CF771FEE}" dt="2021-07-16T16:25:20.126" v="1127" actId="478"/>
          <ac:cxnSpMkLst>
            <pc:docMk/>
            <pc:sldMk cId="4176327510" sldId="283"/>
            <ac:cxnSpMk id="25" creationId="{730893C8-4853-47D5-9506-4655D1E9ABAA}"/>
          </ac:cxnSpMkLst>
        </pc:cxnChg>
        <pc:cxnChg chg="add del">
          <ac:chgData name="Naveen Ramaswamy" userId="294402153de7d7c0" providerId="LiveId" clId="{5FB21455-9E63-4AD3-9452-3137CF771FEE}" dt="2021-07-16T16:21:54.596" v="1105" actId="478"/>
          <ac:cxnSpMkLst>
            <pc:docMk/>
            <pc:sldMk cId="4176327510" sldId="283"/>
            <ac:cxnSpMk id="53" creationId="{D787B2EA-DA72-4BA3-86CC-4B7E0B89CA2B}"/>
          </ac:cxnSpMkLst>
        </pc:cxnChg>
        <pc:cxnChg chg="mod">
          <ac:chgData name="Naveen Ramaswamy" userId="294402153de7d7c0" providerId="LiveId" clId="{5FB21455-9E63-4AD3-9452-3137CF771FEE}" dt="2021-07-16T16:22:59.792" v="1114"/>
          <ac:cxnSpMkLst>
            <pc:docMk/>
            <pc:sldMk cId="4176327510" sldId="283"/>
            <ac:cxnSpMk id="65" creationId="{C6C453CA-B4E6-4984-874F-0310E44F1C41}"/>
          </ac:cxnSpMkLst>
        </pc:cxnChg>
        <pc:cxnChg chg="mod">
          <ac:chgData name="Naveen Ramaswamy" userId="294402153de7d7c0" providerId="LiveId" clId="{5FB21455-9E63-4AD3-9452-3137CF771FEE}" dt="2021-07-16T16:22:59.792" v="1114"/>
          <ac:cxnSpMkLst>
            <pc:docMk/>
            <pc:sldMk cId="4176327510" sldId="283"/>
            <ac:cxnSpMk id="66" creationId="{FFDCC54E-4644-4010-9860-151BF1788090}"/>
          </ac:cxnSpMkLst>
        </pc:cxnChg>
        <pc:cxnChg chg="mod">
          <ac:chgData name="Naveen Ramaswamy" userId="294402153de7d7c0" providerId="LiveId" clId="{5FB21455-9E63-4AD3-9452-3137CF771FEE}" dt="2021-07-16T16:22:59.792" v="1114"/>
          <ac:cxnSpMkLst>
            <pc:docMk/>
            <pc:sldMk cId="4176327510" sldId="283"/>
            <ac:cxnSpMk id="67" creationId="{67FFC802-6835-4A3E-9B91-F48BCDE41CD4}"/>
          </ac:cxnSpMkLst>
        </pc:cxnChg>
        <pc:cxnChg chg="mod">
          <ac:chgData name="Naveen Ramaswamy" userId="294402153de7d7c0" providerId="LiveId" clId="{5FB21455-9E63-4AD3-9452-3137CF771FEE}" dt="2021-07-16T16:22:59.792" v="1114"/>
          <ac:cxnSpMkLst>
            <pc:docMk/>
            <pc:sldMk cId="4176327510" sldId="283"/>
            <ac:cxnSpMk id="68" creationId="{6179D356-DFD7-4662-BEEB-728407C8D356}"/>
          </ac:cxnSpMkLst>
        </pc:cxnChg>
        <pc:cxnChg chg="mod">
          <ac:chgData name="Naveen Ramaswamy" userId="294402153de7d7c0" providerId="LiveId" clId="{5FB21455-9E63-4AD3-9452-3137CF771FEE}" dt="2021-07-16T16:22:59.792" v="1114"/>
          <ac:cxnSpMkLst>
            <pc:docMk/>
            <pc:sldMk cId="4176327510" sldId="283"/>
            <ac:cxnSpMk id="69" creationId="{AD6DF2F4-EDB4-45BE-8CE8-9E2C40198456}"/>
          </ac:cxnSpMkLst>
        </pc:cxnChg>
        <pc:cxnChg chg="mod">
          <ac:chgData name="Naveen Ramaswamy" userId="294402153de7d7c0" providerId="LiveId" clId="{5FB21455-9E63-4AD3-9452-3137CF771FEE}" dt="2021-07-16T16:22:59.792" v="1114"/>
          <ac:cxnSpMkLst>
            <pc:docMk/>
            <pc:sldMk cId="4176327510" sldId="283"/>
            <ac:cxnSpMk id="72" creationId="{9EC53DFF-CEC4-464C-AABB-3F5C4C884038}"/>
          </ac:cxnSpMkLst>
        </pc:cxnChg>
        <pc:cxnChg chg="del mod">
          <ac:chgData name="Naveen Ramaswamy" userId="294402153de7d7c0" providerId="LiveId" clId="{5FB21455-9E63-4AD3-9452-3137CF771FEE}" dt="2021-07-16T16:25:47.830" v="1136" actId="478"/>
          <ac:cxnSpMkLst>
            <pc:docMk/>
            <pc:sldMk cId="4176327510" sldId="283"/>
            <ac:cxnSpMk id="73" creationId="{AA932E3E-C94E-4959-9D52-BE06164EC416}"/>
          </ac:cxnSpMkLst>
        </pc:cxnChg>
        <pc:cxnChg chg="add del">
          <ac:chgData name="Naveen Ramaswamy" userId="294402153de7d7c0" providerId="LiveId" clId="{5FB21455-9E63-4AD3-9452-3137CF771FEE}" dt="2021-07-16T16:24:04.697" v="1121" actId="478"/>
          <ac:cxnSpMkLst>
            <pc:docMk/>
            <pc:sldMk cId="4176327510" sldId="283"/>
            <ac:cxnSpMk id="100" creationId="{1B356F36-19DA-4418-97E5-076AA2B16645}"/>
          </ac:cxnSpMkLst>
        </pc:cxnChg>
        <pc:cxnChg chg="add mod">
          <ac:chgData name="Naveen Ramaswamy" userId="294402153de7d7c0" providerId="LiveId" clId="{5FB21455-9E63-4AD3-9452-3137CF771FEE}" dt="2021-07-18T11:48:02.463" v="1539" actId="478"/>
          <ac:cxnSpMkLst>
            <pc:docMk/>
            <pc:sldMk cId="4176327510" sldId="283"/>
            <ac:cxnSpMk id="102" creationId="{90141EA7-5C9F-4836-A2FD-7663F591A539}"/>
          </ac:cxnSpMkLst>
        </pc:cxnChg>
      </pc:sldChg>
      <pc:sldChg chg="addSp delSp modSp new mod">
        <pc:chgData name="Naveen Ramaswamy" userId="294402153de7d7c0" providerId="LiveId" clId="{5FB21455-9E63-4AD3-9452-3137CF771FEE}" dt="2021-07-18T12:44:45.468" v="2711" actId="1076"/>
        <pc:sldMkLst>
          <pc:docMk/>
          <pc:sldMk cId="2357930230" sldId="284"/>
        </pc:sldMkLst>
        <pc:spChg chg="del">
          <ac:chgData name="Naveen Ramaswamy" userId="294402153de7d7c0" providerId="LiveId" clId="{5FB21455-9E63-4AD3-9452-3137CF771FEE}" dt="2021-07-16T16:29:00.336" v="1184" actId="478"/>
          <ac:spMkLst>
            <pc:docMk/>
            <pc:sldMk cId="2357930230" sldId="284"/>
            <ac:spMk id="2" creationId="{C2874818-9BE9-4093-A77B-1DD2D49AA2D7}"/>
          </ac:spMkLst>
        </pc:spChg>
        <pc:spChg chg="del">
          <ac:chgData name="Naveen Ramaswamy" userId="294402153de7d7c0" providerId="LiveId" clId="{5FB21455-9E63-4AD3-9452-3137CF771FEE}" dt="2021-07-16T16:28:59.552" v="1183" actId="478"/>
          <ac:spMkLst>
            <pc:docMk/>
            <pc:sldMk cId="2357930230" sldId="284"/>
            <ac:spMk id="3" creationId="{E409F307-25DF-40DC-849E-4C3EB84482E5}"/>
          </ac:spMkLst>
        </pc:spChg>
        <pc:spChg chg="add del mod">
          <ac:chgData name="Naveen Ramaswamy" userId="294402153de7d7c0" providerId="LiveId" clId="{5FB21455-9E63-4AD3-9452-3137CF771FEE}" dt="2021-07-18T11:47:11.608" v="1526" actId="478"/>
          <ac:spMkLst>
            <pc:docMk/>
            <pc:sldMk cId="2357930230" sldId="284"/>
            <ac:spMk id="6" creationId="{4C971224-D1AF-4874-BD4B-5882908BD293}"/>
          </ac:spMkLst>
        </pc:spChg>
        <pc:spChg chg="add del mod">
          <ac:chgData name="Naveen Ramaswamy" userId="294402153de7d7c0" providerId="LiveId" clId="{5FB21455-9E63-4AD3-9452-3137CF771FEE}" dt="2021-07-18T11:47:13.213" v="1527" actId="478"/>
          <ac:spMkLst>
            <pc:docMk/>
            <pc:sldMk cId="2357930230" sldId="284"/>
            <ac:spMk id="7" creationId="{52B5B29A-8DF1-4D27-9F01-6445FEAF84CF}"/>
          </ac:spMkLst>
        </pc:spChg>
        <pc:spChg chg="add del mod topLvl">
          <ac:chgData name="Naveen Ramaswamy" userId="294402153de7d7c0" providerId="LiveId" clId="{5FB21455-9E63-4AD3-9452-3137CF771FEE}" dt="2021-07-18T11:47:17.460" v="1528" actId="478"/>
          <ac:spMkLst>
            <pc:docMk/>
            <pc:sldMk cId="2357930230" sldId="284"/>
            <ac:spMk id="8" creationId="{E56E5024-22C5-4951-93D5-B327C55C544F}"/>
          </ac:spMkLst>
        </pc:spChg>
        <pc:spChg chg="add del mod">
          <ac:chgData name="Naveen Ramaswamy" userId="294402153de7d7c0" providerId="LiveId" clId="{5FB21455-9E63-4AD3-9452-3137CF771FEE}" dt="2021-07-16T16:29:41.853" v="1190" actId="478"/>
          <ac:spMkLst>
            <pc:docMk/>
            <pc:sldMk cId="2357930230" sldId="284"/>
            <ac:spMk id="10" creationId="{0C777016-7815-4AC6-92DA-383FE9F9FE06}"/>
          </ac:spMkLst>
        </pc:spChg>
        <pc:spChg chg="add mod">
          <ac:chgData name="Naveen Ramaswamy" userId="294402153de7d7c0" providerId="LiveId" clId="{5FB21455-9E63-4AD3-9452-3137CF771FEE}" dt="2021-07-16T16:29:05.207" v="1185"/>
          <ac:spMkLst>
            <pc:docMk/>
            <pc:sldMk cId="2357930230" sldId="284"/>
            <ac:spMk id="11" creationId="{AB3F4292-B47D-4F22-90C0-0A018FD4B222}"/>
          </ac:spMkLst>
        </pc:spChg>
        <pc:spChg chg="add mod">
          <ac:chgData name="Naveen Ramaswamy" userId="294402153de7d7c0" providerId="LiveId" clId="{5FB21455-9E63-4AD3-9452-3137CF771FEE}" dt="2021-07-16T16:29:05.207" v="1185"/>
          <ac:spMkLst>
            <pc:docMk/>
            <pc:sldMk cId="2357930230" sldId="284"/>
            <ac:spMk id="12" creationId="{34B3C5DB-1E74-4120-AB81-CB5716A77A1C}"/>
          </ac:spMkLst>
        </pc:spChg>
        <pc:spChg chg="add mod">
          <ac:chgData name="Naveen Ramaswamy" userId="294402153de7d7c0" providerId="LiveId" clId="{5FB21455-9E63-4AD3-9452-3137CF771FEE}" dt="2021-07-16T16:29:05.207" v="1185"/>
          <ac:spMkLst>
            <pc:docMk/>
            <pc:sldMk cId="2357930230" sldId="284"/>
            <ac:spMk id="13" creationId="{7962BB8F-F4E1-4151-AB7D-5B11FC9D870C}"/>
          </ac:spMkLst>
        </pc:spChg>
        <pc:spChg chg="add mod">
          <ac:chgData name="Naveen Ramaswamy" userId="294402153de7d7c0" providerId="LiveId" clId="{5FB21455-9E63-4AD3-9452-3137CF771FEE}" dt="2021-07-16T16:29:05.207" v="1185"/>
          <ac:spMkLst>
            <pc:docMk/>
            <pc:sldMk cId="2357930230" sldId="284"/>
            <ac:spMk id="14" creationId="{B857A118-BA01-4538-9A37-8EBC1860B149}"/>
          </ac:spMkLst>
        </pc:spChg>
        <pc:spChg chg="add mod">
          <ac:chgData name="Naveen Ramaswamy" userId="294402153de7d7c0" providerId="LiveId" clId="{5FB21455-9E63-4AD3-9452-3137CF771FEE}" dt="2021-07-16T16:29:05.207" v="1185"/>
          <ac:spMkLst>
            <pc:docMk/>
            <pc:sldMk cId="2357930230" sldId="284"/>
            <ac:spMk id="22" creationId="{3D695183-1117-4A23-844B-903B3EE098A3}"/>
          </ac:spMkLst>
        </pc:spChg>
        <pc:spChg chg="add mod">
          <ac:chgData name="Naveen Ramaswamy" userId="294402153de7d7c0" providerId="LiveId" clId="{5FB21455-9E63-4AD3-9452-3137CF771FEE}" dt="2021-07-16T16:29:05.207" v="1185"/>
          <ac:spMkLst>
            <pc:docMk/>
            <pc:sldMk cId="2357930230" sldId="284"/>
            <ac:spMk id="23" creationId="{D24A0D84-9550-45E1-9623-A3BBAFF54B92}"/>
          </ac:spMkLst>
        </pc:spChg>
        <pc:spChg chg="add mod">
          <ac:chgData name="Naveen Ramaswamy" userId="294402153de7d7c0" providerId="LiveId" clId="{5FB21455-9E63-4AD3-9452-3137CF771FEE}" dt="2021-07-16T16:29:05.207" v="1185"/>
          <ac:spMkLst>
            <pc:docMk/>
            <pc:sldMk cId="2357930230" sldId="284"/>
            <ac:spMk id="30" creationId="{14DB0EFB-6F8A-402F-9E9A-C803CBBC0BC1}"/>
          </ac:spMkLst>
        </pc:spChg>
        <pc:spChg chg="add mod">
          <ac:chgData name="Naveen Ramaswamy" userId="294402153de7d7c0" providerId="LiveId" clId="{5FB21455-9E63-4AD3-9452-3137CF771FEE}" dt="2021-07-16T16:29:05.207" v="1185"/>
          <ac:spMkLst>
            <pc:docMk/>
            <pc:sldMk cId="2357930230" sldId="284"/>
            <ac:spMk id="31" creationId="{B5D969A8-DE7D-4409-89D7-A1A2A33032E4}"/>
          </ac:spMkLst>
        </pc:spChg>
        <pc:spChg chg="add mod">
          <ac:chgData name="Naveen Ramaswamy" userId="294402153de7d7c0" providerId="LiveId" clId="{5FB21455-9E63-4AD3-9452-3137CF771FEE}" dt="2021-07-16T16:29:05.207" v="1185"/>
          <ac:spMkLst>
            <pc:docMk/>
            <pc:sldMk cId="2357930230" sldId="284"/>
            <ac:spMk id="32" creationId="{7D0BC329-170F-4B8D-B28C-CC584AE6FF45}"/>
          </ac:spMkLst>
        </pc:spChg>
        <pc:spChg chg="add mod">
          <ac:chgData name="Naveen Ramaswamy" userId="294402153de7d7c0" providerId="LiveId" clId="{5FB21455-9E63-4AD3-9452-3137CF771FEE}" dt="2021-07-16T16:29:05.207" v="1185"/>
          <ac:spMkLst>
            <pc:docMk/>
            <pc:sldMk cId="2357930230" sldId="284"/>
            <ac:spMk id="33" creationId="{31DA3E42-6519-4E94-BFAA-DD525F656434}"/>
          </ac:spMkLst>
        </pc:spChg>
        <pc:spChg chg="add mod">
          <ac:chgData name="Naveen Ramaswamy" userId="294402153de7d7c0" providerId="LiveId" clId="{5FB21455-9E63-4AD3-9452-3137CF771FEE}" dt="2021-07-16T16:29:05.207" v="1185"/>
          <ac:spMkLst>
            <pc:docMk/>
            <pc:sldMk cId="2357930230" sldId="284"/>
            <ac:spMk id="34" creationId="{DA3CA7A7-0543-4EC0-8391-C2367A3B4C12}"/>
          </ac:spMkLst>
        </pc:spChg>
        <pc:spChg chg="add mod">
          <ac:chgData name="Naveen Ramaswamy" userId="294402153de7d7c0" providerId="LiveId" clId="{5FB21455-9E63-4AD3-9452-3137CF771FEE}" dt="2021-07-16T16:29:28.870" v="1188" actId="207"/>
          <ac:spMkLst>
            <pc:docMk/>
            <pc:sldMk cId="2357930230" sldId="284"/>
            <ac:spMk id="35" creationId="{F93DA700-1675-43C8-8B49-A82780C8ABDE}"/>
          </ac:spMkLst>
        </pc:spChg>
        <pc:spChg chg="add mod">
          <ac:chgData name="Naveen Ramaswamy" userId="294402153de7d7c0" providerId="LiveId" clId="{5FB21455-9E63-4AD3-9452-3137CF771FEE}" dt="2021-07-16T16:29:16.672" v="1186" actId="207"/>
          <ac:spMkLst>
            <pc:docMk/>
            <pc:sldMk cId="2357930230" sldId="284"/>
            <ac:spMk id="36" creationId="{6DC5EF4B-B64B-4D57-8BD5-F1903CA5C7F0}"/>
          </ac:spMkLst>
        </pc:spChg>
        <pc:spChg chg="add mod">
          <ac:chgData name="Naveen Ramaswamy" userId="294402153de7d7c0" providerId="LiveId" clId="{5FB21455-9E63-4AD3-9452-3137CF771FEE}" dt="2021-07-16T16:29:05.207" v="1185"/>
          <ac:spMkLst>
            <pc:docMk/>
            <pc:sldMk cId="2357930230" sldId="284"/>
            <ac:spMk id="37" creationId="{E05DB62B-7418-4BB1-B8FF-23F1A708ACA1}"/>
          </ac:spMkLst>
        </pc:spChg>
        <pc:spChg chg="add mod">
          <ac:chgData name="Naveen Ramaswamy" userId="294402153de7d7c0" providerId="LiveId" clId="{5FB21455-9E63-4AD3-9452-3137CF771FEE}" dt="2021-07-16T16:29:05.207" v="1185"/>
          <ac:spMkLst>
            <pc:docMk/>
            <pc:sldMk cId="2357930230" sldId="284"/>
            <ac:spMk id="38" creationId="{3DBF9637-2C31-421F-AA1A-D903DE97CF47}"/>
          </ac:spMkLst>
        </pc:spChg>
        <pc:spChg chg="add mod">
          <ac:chgData name="Naveen Ramaswamy" userId="294402153de7d7c0" providerId="LiveId" clId="{5FB21455-9E63-4AD3-9452-3137CF771FEE}" dt="2021-07-16T16:29:28.870" v="1188" actId="207"/>
          <ac:spMkLst>
            <pc:docMk/>
            <pc:sldMk cId="2357930230" sldId="284"/>
            <ac:spMk id="39" creationId="{2F9C75C2-81B8-4212-8EBA-6389F6FAF2EC}"/>
          </ac:spMkLst>
        </pc:spChg>
        <pc:spChg chg="add mod">
          <ac:chgData name="Naveen Ramaswamy" userId="294402153de7d7c0" providerId="LiveId" clId="{5FB21455-9E63-4AD3-9452-3137CF771FEE}" dt="2021-07-16T16:29:16.672" v="1186" actId="207"/>
          <ac:spMkLst>
            <pc:docMk/>
            <pc:sldMk cId="2357930230" sldId="284"/>
            <ac:spMk id="40" creationId="{C4F97C13-2D19-4205-A195-588E0254D9FA}"/>
          </ac:spMkLst>
        </pc:spChg>
        <pc:spChg chg="add mod">
          <ac:chgData name="Naveen Ramaswamy" userId="294402153de7d7c0" providerId="LiveId" clId="{5FB21455-9E63-4AD3-9452-3137CF771FEE}" dt="2021-07-16T16:29:16.672" v="1186" actId="207"/>
          <ac:spMkLst>
            <pc:docMk/>
            <pc:sldMk cId="2357930230" sldId="284"/>
            <ac:spMk id="41" creationId="{F8F4D416-47D7-4811-B196-1265AFEA54A2}"/>
          </ac:spMkLst>
        </pc:spChg>
        <pc:spChg chg="add mod">
          <ac:chgData name="Naveen Ramaswamy" userId="294402153de7d7c0" providerId="LiveId" clId="{5FB21455-9E63-4AD3-9452-3137CF771FEE}" dt="2021-07-16T16:29:05.207" v="1185"/>
          <ac:spMkLst>
            <pc:docMk/>
            <pc:sldMk cId="2357930230" sldId="284"/>
            <ac:spMk id="42" creationId="{1ACF5310-F6A7-4010-BDF7-2391E0D86D12}"/>
          </ac:spMkLst>
        </pc:spChg>
        <pc:spChg chg="add mod">
          <ac:chgData name="Naveen Ramaswamy" userId="294402153de7d7c0" providerId="LiveId" clId="{5FB21455-9E63-4AD3-9452-3137CF771FEE}" dt="2021-07-16T16:29:28.870" v="1188" actId="207"/>
          <ac:spMkLst>
            <pc:docMk/>
            <pc:sldMk cId="2357930230" sldId="284"/>
            <ac:spMk id="43" creationId="{35005C49-56DA-43B9-AF9A-1FED6513C5EB}"/>
          </ac:spMkLst>
        </pc:spChg>
        <pc:spChg chg="add mod">
          <ac:chgData name="Naveen Ramaswamy" userId="294402153de7d7c0" providerId="LiveId" clId="{5FB21455-9E63-4AD3-9452-3137CF771FEE}" dt="2021-07-16T16:29:16.672" v="1186" actId="207"/>
          <ac:spMkLst>
            <pc:docMk/>
            <pc:sldMk cId="2357930230" sldId="284"/>
            <ac:spMk id="44" creationId="{306166AC-BC83-48D3-A975-F1E17CCF64D6}"/>
          </ac:spMkLst>
        </pc:spChg>
        <pc:spChg chg="add mod">
          <ac:chgData name="Naveen Ramaswamy" userId="294402153de7d7c0" providerId="LiveId" clId="{5FB21455-9E63-4AD3-9452-3137CF771FEE}" dt="2021-07-16T16:29:16.672" v="1186" actId="207"/>
          <ac:spMkLst>
            <pc:docMk/>
            <pc:sldMk cId="2357930230" sldId="284"/>
            <ac:spMk id="45" creationId="{F5DC41CB-B4DB-483C-AA52-F4C6C16C4EBF}"/>
          </ac:spMkLst>
        </pc:spChg>
        <pc:spChg chg="add mod">
          <ac:chgData name="Naveen Ramaswamy" userId="294402153de7d7c0" providerId="LiveId" clId="{5FB21455-9E63-4AD3-9452-3137CF771FEE}" dt="2021-07-16T16:29:05.207" v="1185"/>
          <ac:spMkLst>
            <pc:docMk/>
            <pc:sldMk cId="2357930230" sldId="284"/>
            <ac:spMk id="46" creationId="{FFD3E59E-4391-4632-ACCB-BAD5BBB9C29A}"/>
          </ac:spMkLst>
        </pc:spChg>
        <pc:spChg chg="add mod">
          <ac:chgData name="Naveen Ramaswamy" userId="294402153de7d7c0" providerId="LiveId" clId="{5FB21455-9E63-4AD3-9452-3137CF771FEE}" dt="2021-07-16T16:29:28.870" v="1188" actId="207"/>
          <ac:spMkLst>
            <pc:docMk/>
            <pc:sldMk cId="2357930230" sldId="284"/>
            <ac:spMk id="47" creationId="{2E8D8102-FC67-493B-B9FD-0A644D04E585}"/>
          </ac:spMkLst>
        </pc:spChg>
        <pc:spChg chg="add mod">
          <ac:chgData name="Naveen Ramaswamy" userId="294402153de7d7c0" providerId="LiveId" clId="{5FB21455-9E63-4AD3-9452-3137CF771FEE}" dt="2021-07-16T16:29:16.672" v="1186" actId="207"/>
          <ac:spMkLst>
            <pc:docMk/>
            <pc:sldMk cId="2357930230" sldId="284"/>
            <ac:spMk id="48" creationId="{6A7AB428-958E-49AC-B297-9957F5D7E6D8}"/>
          </ac:spMkLst>
        </pc:spChg>
        <pc:spChg chg="add mod">
          <ac:chgData name="Naveen Ramaswamy" userId="294402153de7d7c0" providerId="LiveId" clId="{5FB21455-9E63-4AD3-9452-3137CF771FEE}" dt="2021-07-16T16:29:16.672" v="1186" actId="207"/>
          <ac:spMkLst>
            <pc:docMk/>
            <pc:sldMk cId="2357930230" sldId="284"/>
            <ac:spMk id="49" creationId="{1CB498A2-0B7C-475B-9F53-9572E7A7A763}"/>
          </ac:spMkLst>
        </pc:spChg>
        <pc:spChg chg="add mod">
          <ac:chgData name="Naveen Ramaswamy" userId="294402153de7d7c0" providerId="LiveId" clId="{5FB21455-9E63-4AD3-9452-3137CF771FEE}" dt="2021-07-16T16:29:05.207" v="1185"/>
          <ac:spMkLst>
            <pc:docMk/>
            <pc:sldMk cId="2357930230" sldId="284"/>
            <ac:spMk id="50" creationId="{DB1CD911-0176-4502-BFF4-68E8C1FE04FB}"/>
          </ac:spMkLst>
        </pc:spChg>
        <pc:spChg chg="mod">
          <ac:chgData name="Naveen Ramaswamy" userId="294402153de7d7c0" providerId="LiveId" clId="{5FB21455-9E63-4AD3-9452-3137CF771FEE}" dt="2021-07-18T11:47:18.959" v="1529"/>
          <ac:spMkLst>
            <pc:docMk/>
            <pc:sldMk cId="2357930230" sldId="284"/>
            <ac:spMk id="52" creationId="{A613CBF7-E8A1-4EC1-B264-3CE241796087}"/>
          </ac:spMkLst>
        </pc:spChg>
        <pc:spChg chg="mod">
          <ac:chgData name="Naveen Ramaswamy" userId="294402153de7d7c0" providerId="LiveId" clId="{5FB21455-9E63-4AD3-9452-3137CF771FEE}" dt="2021-07-18T11:47:18.959" v="1529"/>
          <ac:spMkLst>
            <pc:docMk/>
            <pc:sldMk cId="2357930230" sldId="284"/>
            <ac:spMk id="53" creationId="{4AF3C0A5-9674-415A-9B9D-889544F3D3EB}"/>
          </ac:spMkLst>
        </pc:spChg>
        <pc:spChg chg="mod">
          <ac:chgData name="Naveen Ramaswamy" userId="294402153de7d7c0" providerId="LiveId" clId="{5FB21455-9E63-4AD3-9452-3137CF771FEE}" dt="2021-07-18T11:47:18.959" v="1529"/>
          <ac:spMkLst>
            <pc:docMk/>
            <pc:sldMk cId="2357930230" sldId="284"/>
            <ac:spMk id="54" creationId="{94D29550-2FB2-4DD5-8FAE-4ABE27D6D86D}"/>
          </ac:spMkLst>
        </pc:spChg>
        <pc:spChg chg="mod">
          <ac:chgData name="Naveen Ramaswamy" userId="294402153de7d7c0" providerId="LiveId" clId="{5FB21455-9E63-4AD3-9452-3137CF771FEE}" dt="2021-07-18T11:47:18.959" v="1529"/>
          <ac:spMkLst>
            <pc:docMk/>
            <pc:sldMk cId="2357930230" sldId="284"/>
            <ac:spMk id="55" creationId="{8729615F-CF73-434A-91D5-1ABFBF69F18D}"/>
          </ac:spMkLst>
        </pc:spChg>
        <pc:spChg chg="add mod">
          <ac:chgData name="Naveen Ramaswamy" userId="294402153de7d7c0" providerId="LiveId" clId="{5FB21455-9E63-4AD3-9452-3137CF771FEE}" dt="2021-07-18T11:59:01.137" v="1840" actId="20577"/>
          <ac:spMkLst>
            <pc:docMk/>
            <pc:sldMk cId="2357930230" sldId="284"/>
            <ac:spMk id="56" creationId="{4D19F96F-3397-431D-802F-DF0B0C747867}"/>
          </ac:spMkLst>
        </pc:spChg>
        <pc:spChg chg="add mod">
          <ac:chgData name="Naveen Ramaswamy" userId="294402153de7d7c0" providerId="LiveId" clId="{5FB21455-9E63-4AD3-9452-3137CF771FEE}" dt="2021-07-18T12:44:45.468" v="2711" actId="1076"/>
          <ac:spMkLst>
            <pc:docMk/>
            <pc:sldMk cId="2357930230" sldId="284"/>
            <ac:spMk id="57" creationId="{566D0052-751D-4584-AE15-B3882DFAB5BD}"/>
          </ac:spMkLst>
        </pc:spChg>
        <pc:grpChg chg="add mod">
          <ac:chgData name="Naveen Ramaswamy" userId="294402153de7d7c0" providerId="LiveId" clId="{5FB21455-9E63-4AD3-9452-3137CF771FEE}" dt="2021-07-18T12:02:23.816" v="2064" actId="1076"/>
          <ac:grpSpMkLst>
            <pc:docMk/>
            <pc:sldMk cId="2357930230" sldId="284"/>
            <ac:grpSpMk id="2" creationId="{07A07A0F-CA3C-4B0A-A804-27DFAB6F590A}"/>
          </ac:grpSpMkLst>
        </pc:grpChg>
        <pc:grpChg chg="add del mod">
          <ac:chgData name="Naveen Ramaswamy" userId="294402153de7d7c0" providerId="LiveId" clId="{5FB21455-9E63-4AD3-9452-3137CF771FEE}" dt="2021-07-18T11:47:17.460" v="1528" actId="478"/>
          <ac:grpSpMkLst>
            <pc:docMk/>
            <pc:sldMk cId="2357930230" sldId="284"/>
            <ac:grpSpMk id="4" creationId="{A173F393-FABF-4E1D-BF01-C57E751C9669}"/>
          </ac:grpSpMkLst>
        </pc:grpChg>
        <pc:grpChg chg="add del mod">
          <ac:chgData name="Naveen Ramaswamy" userId="294402153de7d7c0" providerId="LiveId" clId="{5FB21455-9E63-4AD3-9452-3137CF771FEE}" dt="2021-07-16T16:29:41.853" v="1190" actId="478"/>
          <ac:grpSpMkLst>
            <pc:docMk/>
            <pc:sldMk cId="2357930230" sldId="284"/>
            <ac:grpSpMk id="5" creationId="{31D78CB6-E1D3-4C1C-A5B8-AF2BB313EE29}"/>
          </ac:grpSpMkLst>
        </pc:grpChg>
        <pc:grpChg chg="add mod topLvl">
          <ac:chgData name="Naveen Ramaswamy" userId="294402153de7d7c0" providerId="LiveId" clId="{5FB21455-9E63-4AD3-9452-3137CF771FEE}" dt="2021-07-18T11:47:32.408" v="1531" actId="164"/>
          <ac:grpSpMkLst>
            <pc:docMk/>
            <pc:sldMk cId="2357930230" sldId="284"/>
            <ac:grpSpMk id="9" creationId="{D114FDA6-E8F7-41BE-95A6-1534888F3ACB}"/>
          </ac:grpSpMkLst>
        </pc:grpChg>
        <pc:grpChg chg="add mod">
          <ac:chgData name="Naveen Ramaswamy" userId="294402153de7d7c0" providerId="LiveId" clId="{5FB21455-9E63-4AD3-9452-3137CF771FEE}" dt="2021-07-16T16:29:05.207" v="1185"/>
          <ac:grpSpMkLst>
            <pc:docMk/>
            <pc:sldMk cId="2357930230" sldId="284"/>
            <ac:grpSpMk id="15" creationId="{996303B0-5E70-464B-917D-D7142CB7F266}"/>
          </ac:grpSpMkLst>
        </pc:grpChg>
        <pc:grpChg chg="add mod">
          <ac:chgData name="Naveen Ramaswamy" userId="294402153de7d7c0" providerId="LiveId" clId="{5FB21455-9E63-4AD3-9452-3137CF771FEE}" dt="2021-07-16T16:29:05.207" v="1185"/>
          <ac:grpSpMkLst>
            <pc:docMk/>
            <pc:sldMk cId="2357930230" sldId="284"/>
            <ac:grpSpMk id="16" creationId="{DB303F6F-2146-4A09-8D57-C40817001C59}"/>
          </ac:grpSpMkLst>
        </pc:grpChg>
        <pc:grpChg chg="add mod">
          <ac:chgData name="Naveen Ramaswamy" userId="294402153de7d7c0" providerId="LiveId" clId="{5FB21455-9E63-4AD3-9452-3137CF771FEE}" dt="2021-07-16T16:29:05.207" v="1185"/>
          <ac:grpSpMkLst>
            <pc:docMk/>
            <pc:sldMk cId="2357930230" sldId="284"/>
            <ac:grpSpMk id="26" creationId="{53EA3F07-35A4-4773-A42D-BF30135FE831}"/>
          </ac:grpSpMkLst>
        </pc:grpChg>
        <pc:grpChg chg="add mod">
          <ac:chgData name="Naveen Ramaswamy" userId="294402153de7d7c0" providerId="LiveId" clId="{5FB21455-9E63-4AD3-9452-3137CF771FEE}" dt="2021-07-16T16:29:05.207" v="1185"/>
          <ac:grpSpMkLst>
            <pc:docMk/>
            <pc:sldMk cId="2357930230" sldId="284"/>
            <ac:grpSpMk id="27" creationId="{A701667F-B99D-47AB-B31C-E30770C8E92E}"/>
          </ac:grpSpMkLst>
        </pc:grpChg>
        <pc:grpChg chg="add mod">
          <ac:chgData name="Naveen Ramaswamy" userId="294402153de7d7c0" providerId="LiveId" clId="{5FB21455-9E63-4AD3-9452-3137CF771FEE}" dt="2021-07-16T16:29:05.207" v="1185"/>
          <ac:grpSpMkLst>
            <pc:docMk/>
            <pc:sldMk cId="2357930230" sldId="284"/>
            <ac:grpSpMk id="28" creationId="{AB426832-C9CC-4255-A7EC-4A6E8683E705}"/>
          </ac:grpSpMkLst>
        </pc:grpChg>
        <pc:grpChg chg="add mod">
          <ac:chgData name="Naveen Ramaswamy" userId="294402153de7d7c0" providerId="LiveId" clId="{5FB21455-9E63-4AD3-9452-3137CF771FEE}" dt="2021-07-16T16:29:05.207" v="1185"/>
          <ac:grpSpMkLst>
            <pc:docMk/>
            <pc:sldMk cId="2357930230" sldId="284"/>
            <ac:grpSpMk id="29" creationId="{1929DFE7-A5E3-44DF-BCF5-B3D9799651F6}"/>
          </ac:grpSpMkLst>
        </pc:grpChg>
        <pc:grpChg chg="add mod">
          <ac:chgData name="Naveen Ramaswamy" userId="294402153de7d7c0" providerId="LiveId" clId="{5FB21455-9E63-4AD3-9452-3137CF771FEE}" dt="2021-07-18T11:47:32.408" v="1531" actId="164"/>
          <ac:grpSpMkLst>
            <pc:docMk/>
            <pc:sldMk cId="2357930230" sldId="284"/>
            <ac:grpSpMk id="51" creationId="{3E58B2A6-4923-414B-9AB8-F828E7026550}"/>
          </ac:grpSpMkLst>
        </pc:grpChg>
        <pc:cxnChg chg="add mod">
          <ac:chgData name="Naveen Ramaswamy" userId="294402153de7d7c0" providerId="LiveId" clId="{5FB21455-9E63-4AD3-9452-3137CF771FEE}" dt="2021-07-16T16:29:05.207" v="1185"/>
          <ac:cxnSpMkLst>
            <pc:docMk/>
            <pc:sldMk cId="2357930230" sldId="284"/>
            <ac:cxnSpMk id="17" creationId="{397CF4AE-8717-451F-B667-E62AA8A16D1A}"/>
          </ac:cxnSpMkLst>
        </pc:cxnChg>
        <pc:cxnChg chg="add mod">
          <ac:chgData name="Naveen Ramaswamy" userId="294402153de7d7c0" providerId="LiveId" clId="{5FB21455-9E63-4AD3-9452-3137CF771FEE}" dt="2021-07-16T16:29:05.207" v="1185"/>
          <ac:cxnSpMkLst>
            <pc:docMk/>
            <pc:sldMk cId="2357930230" sldId="284"/>
            <ac:cxnSpMk id="18" creationId="{0D938BC0-9CA3-4326-820A-B04E332417FD}"/>
          </ac:cxnSpMkLst>
        </pc:cxnChg>
        <pc:cxnChg chg="add mod">
          <ac:chgData name="Naveen Ramaswamy" userId="294402153de7d7c0" providerId="LiveId" clId="{5FB21455-9E63-4AD3-9452-3137CF771FEE}" dt="2021-07-16T16:29:05.207" v="1185"/>
          <ac:cxnSpMkLst>
            <pc:docMk/>
            <pc:sldMk cId="2357930230" sldId="284"/>
            <ac:cxnSpMk id="19" creationId="{036B4769-1D29-4917-8702-5C48AF38E88A}"/>
          </ac:cxnSpMkLst>
        </pc:cxnChg>
        <pc:cxnChg chg="add mod">
          <ac:chgData name="Naveen Ramaswamy" userId="294402153de7d7c0" providerId="LiveId" clId="{5FB21455-9E63-4AD3-9452-3137CF771FEE}" dt="2021-07-16T16:29:05.207" v="1185"/>
          <ac:cxnSpMkLst>
            <pc:docMk/>
            <pc:sldMk cId="2357930230" sldId="284"/>
            <ac:cxnSpMk id="20" creationId="{9E22DDE5-43B5-4EC3-B66F-98FB4694DEED}"/>
          </ac:cxnSpMkLst>
        </pc:cxnChg>
        <pc:cxnChg chg="add mod">
          <ac:chgData name="Naveen Ramaswamy" userId="294402153de7d7c0" providerId="LiveId" clId="{5FB21455-9E63-4AD3-9452-3137CF771FEE}" dt="2021-07-16T16:29:05.207" v="1185"/>
          <ac:cxnSpMkLst>
            <pc:docMk/>
            <pc:sldMk cId="2357930230" sldId="284"/>
            <ac:cxnSpMk id="21" creationId="{9DF3E32C-FBE7-4FD9-BD1A-9831EE2F51BC}"/>
          </ac:cxnSpMkLst>
        </pc:cxnChg>
        <pc:cxnChg chg="add mod">
          <ac:chgData name="Naveen Ramaswamy" userId="294402153de7d7c0" providerId="LiveId" clId="{5FB21455-9E63-4AD3-9452-3137CF771FEE}" dt="2021-07-16T16:29:05.207" v="1185"/>
          <ac:cxnSpMkLst>
            <pc:docMk/>
            <pc:sldMk cId="2357930230" sldId="284"/>
            <ac:cxnSpMk id="24" creationId="{962B42E1-8A89-4D84-8B62-1EFD952F3696}"/>
          </ac:cxnSpMkLst>
        </pc:cxnChg>
        <pc:cxnChg chg="add mod">
          <ac:chgData name="Naveen Ramaswamy" userId="294402153de7d7c0" providerId="LiveId" clId="{5FB21455-9E63-4AD3-9452-3137CF771FEE}" dt="2021-07-16T16:29:05.207" v="1185"/>
          <ac:cxnSpMkLst>
            <pc:docMk/>
            <pc:sldMk cId="2357930230" sldId="284"/>
            <ac:cxnSpMk id="25" creationId="{F273EDFA-E83A-4857-A777-8F42B4FC6407}"/>
          </ac:cxnSpMkLst>
        </pc:cxnChg>
      </pc:sldChg>
      <pc:sldChg chg="addSp delSp modSp new mod">
        <pc:chgData name="Naveen Ramaswamy" userId="294402153de7d7c0" providerId="LiveId" clId="{5FB21455-9E63-4AD3-9452-3137CF771FEE}" dt="2021-07-18T12:32:20.673" v="2672" actId="20577"/>
        <pc:sldMkLst>
          <pc:docMk/>
          <pc:sldMk cId="1355401681" sldId="285"/>
        </pc:sldMkLst>
        <pc:spChg chg="del">
          <ac:chgData name="Naveen Ramaswamy" userId="294402153de7d7c0" providerId="LiveId" clId="{5FB21455-9E63-4AD3-9452-3137CF771FEE}" dt="2021-07-16T16:37:32.085" v="1248" actId="478"/>
          <ac:spMkLst>
            <pc:docMk/>
            <pc:sldMk cId="1355401681" sldId="285"/>
            <ac:spMk id="2" creationId="{29FDC6B6-82E8-4103-AB29-B68897953615}"/>
          </ac:spMkLst>
        </pc:spChg>
        <pc:spChg chg="del">
          <ac:chgData name="Naveen Ramaswamy" userId="294402153de7d7c0" providerId="LiveId" clId="{5FB21455-9E63-4AD3-9452-3137CF771FEE}" dt="2021-07-16T16:37:31.250" v="1247" actId="478"/>
          <ac:spMkLst>
            <pc:docMk/>
            <pc:sldMk cId="1355401681" sldId="285"/>
            <ac:spMk id="3" creationId="{0551924D-E577-42EE-9C0B-4D872DF690B5}"/>
          </ac:spMkLst>
        </pc:spChg>
        <pc:spChg chg="add del mod">
          <ac:chgData name="Naveen Ramaswamy" userId="294402153de7d7c0" providerId="LiveId" clId="{5FB21455-9E63-4AD3-9452-3137CF771FEE}" dt="2021-07-18T12:04:18.557" v="2155" actId="20577"/>
          <ac:spMkLst>
            <pc:docMk/>
            <pc:sldMk cId="1355401681" sldId="285"/>
            <ac:spMk id="3" creationId="{9C17F728-E306-49B0-8429-E373C1BB5B2F}"/>
          </ac:spMkLst>
        </pc:spChg>
        <pc:spChg chg="del mod">
          <ac:chgData name="Naveen Ramaswamy" userId="294402153de7d7c0" providerId="LiveId" clId="{5FB21455-9E63-4AD3-9452-3137CF771FEE}" dt="2021-07-18T11:46:21.290" v="1516" actId="478"/>
          <ac:spMkLst>
            <pc:docMk/>
            <pc:sldMk cId="1355401681" sldId="285"/>
            <ac:spMk id="6" creationId="{1BD41B7E-13D3-43B9-BDA5-19EC86D7CBF7}"/>
          </ac:spMkLst>
        </pc:spChg>
        <pc:spChg chg="del mod">
          <ac:chgData name="Naveen Ramaswamy" userId="294402153de7d7c0" providerId="LiveId" clId="{5FB21455-9E63-4AD3-9452-3137CF771FEE}" dt="2021-07-18T11:46:32.331" v="1518" actId="478"/>
          <ac:spMkLst>
            <pc:docMk/>
            <pc:sldMk cId="1355401681" sldId="285"/>
            <ac:spMk id="7" creationId="{1C6EE0F1-4A93-41B4-BA9C-CC8D8FEA27F2}"/>
          </ac:spMkLst>
        </pc:spChg>
        <pc:spChg chg="del mod">
          <ac:chgData name="Naveen Ramaswamy" userId="294402153de7d7c0" providerId="LiveId" clId="{5FB21455-9E63-4AD3-9452-3137CF771FEE}" dt="2021-07-18T11:46:26.184" v="1517" actId="478"/>
          <ac:spMkLst>
            <pc:docMk/>
            <pc:sldMk cId="1355401681" sldId="285"/>
            <ac:spMk id="8" creationId="{A4B3B571-0370-4ECF-A72F-C79C1D5F3B59}"/>
          </ac:spMkLst>
        </pc:spChg>
        <pc:spChg chg="mod">
          <ac:chgData name="Naveen Ramaswamy" userId="294402153de7d7c0" providerId="LiveId" clId="{5FB21455-9E63-4AD3-9452-3137CF771FEE}" dt="2021-07-16T16:37:33.290" v="1249"/>
          <ac:spMkLst>
            <pc:docMk/>
            <pc:sldMk cId="1355401681" sldId="285"/>
            <ac:spMk id="9" creationId="{EB0B606D-A31D-49B6-9BB4-76C1F6111CF1}"/>
          </ac:spMkLst>
        </pc:spChg>
        <pc:spChg chg="mod">
          <ac:chgData name="Naveen Ramaswamy" userId="294402153de7d7c0" providerId="LiveId" clId="{5FB21455-9E63-4AD3-9452-3137CF771FEE}" dt="2021-07-16T16:37:33.290" v="1249"/>
          <ac:spMkLst>
            <pc:docMk/>
            <pc:sldMk cId="1355401681" sldId="285"/>
            <ac:spMk id="10" creationId="{9085C4DF-9D95-49C8-A266-8E18920DCF7B}"/>
          </ac:spMkLst>
        </pc:spChg>
        <pc:spChg chg="mod">
          <ac:chgData name="Naveen Ramaswamy" userId="294402153de7d7c0" providerId="LiveId" clId="{5FB21455-9E63-4AD3-9452-3137CF771FEE}" dt="2021-07-16T16:37:33.290" v="1249"/>
          <ac:spMkLst>
            <pc:docMk/>
            <pc:sldMk cId="1355401681" sldId="285"/>
            <ac:spMk id="11" creationId="{469E632F-FB25-4388-AF6E-F28E515F0F54}"/>
          </ac:spMkLst>
        </pc:spChg>
        <pc:spChg chg="mod">
          <ac:chgData name="Naveen Ramaswamy" userId="294402153de7d7c0" providerId="LiveId" clId="{5FB21455-9E63-4AD3-9452-3137CF771FEE}" dt="2021-07-16T16:37:33.290" v="1249"/>
          <ac:spMkLst>
            <pc:docMk/>
            <pc:sldMk cId="1355401681" sldId="285"/>
            <ac:spMk id="12" creationId="{3FB506A6-69A9-4DA8-939F-80EFEE2D1E63}"/>
          </ac:spMkLst>
        </pc:spChg>
        <pc:spChg chg="add mod">
          <ac:chgData name="Naveen Ramaswamy" userId="294402153de7d7c0" providerId="LiveId" clId="{5FB21455-9E63-4AD3-9452-3137CF771FEE}" dt="2021-07-18T12:32:20.673" v="2672" actId="20577"/>
          <ac:spMkLst>
            <pc:docMk/>
            <pc:sldMk cId="1355401681" sldId="285"/>
            <ac:spMk id="15" creationId="{54639AF8-1918-4FB9-958D-6196B55EE46C}"/>
          </ac:spMkLst>
        </pc:spChg>
        <pc:spChg chg="mod">
          <ac:chgData name="Naveen Ramaswamy" userId="294402153de7d7c0" providerId="LiveId" clId="{5FB21455-9E63-4AD3-9452-3137CF771FEE}" dt="2021-07-16T16:37:33.290" v="1249"/>
          <ac:spMkLst>
            <pc:docMk/>
            <pc:sldMk cId="1355401681" sldId="285"/>
            <ac:spMk id="20" creationId="{9F7AFB61-9D10-4A20-BA6E-9147D73A5646}"/>
          </ac:spMkLst>
        </pc:spChg>
        <pc:spChg chg="mod">
          <ac:chgData name="Naveen Ramaswamy" userId="294402153de7d7c0" providerId="LiveId" clId="{5FB21455-9E63-4AD3-9452-3137CF771FEE}" dt="2021-07-16T16:37:33.290" v="1249"/>
          <ac:spMkLst>
            <pc:docMk/>
            <pc:sldMk cId="1355401681" sldId="285"/>
            <ac:spMk id="21" creationId="{68A4A7F4-5F75-4445-901F-CFC185860550}"/>
          </ac:spMkLst>
        </pc:spChg>
        <pc:spChg chg="mod">
          <ac:chgData name="Naveen Ramaswamy" userId="294402153de7d7c0" providerId="LiveId" clId="{5FB21455-9E63-4AD3-9452-3137CF771FEE}" dt="2021-07-16T16:37:33.290" v="1249"/>
          <ac:spMkLst>
            <pc:docMk/>
            <pc:sldMk cId="1355401681" sldId="285"/>
            <ac:spMk id="28" creationId="{32068CE0-6221-4167-AC1D-CC9095B644DC}"/>
          </ac:spMkLst>
        </pc:spChg>
        <pc:spChg chg="mod">
          <ac:chgData name="Naveen Ramaswamy" userId="294402153de7d7c0" providerId="LiveId" clId="{5FB21455-9E63-4AD3-9452-3137CF771FEE}" dt="2021-07-16T16:37:33.290" v="1249"/>
          <ac:spMkLst>
            <pc:docMk/>
            <pc:sldMk cId="1355401681" sldId="285"/>
            <ac:spMk id="29" creationId="{AFCA9ACE-CACA-42EB-8B6F-DCDC3A235044}"/>
          </ac:spMkLst>
        </pc:spChg>
        <pc:spChg chg="mod">
          <ac:chgData name="Naveen Ramaswamy" userId="294402153de7d7c0" providerId="LiveId" clId="{5FB21455-9E63-4AD3-9452-3137CF771FEE}" dt="2021-07-16T16:37:33.290" v="1249"/>
          <ac:spMkLst>
            <pc:docMk/>
            <pc:sldMk cId="1355401681" sldId="285"/>
            <ac:spMk id="30" creationId="{8E0F732D-0832-4DE9-89BF-58F07C7F8EA3}"/>
          </ac:spMkLst>
        </pc:spChg>
        <pc:spChg chg="mod">
          <ac:chgData name="Naveen Ramaswamy" userId="294402153de7d7c0" providerId="LiveId" clId="{5FB21455-9E63-4AD3-9452-3137CF771FEE}" dt="2021-07-16T16:37:33.290" v="1249"/>
          <ac:spMkLst>
            <pc:docMk/>
            <pc:sldMk cId="1355401681" sldId="285"/>
            <ac:spMk id="31" creationId="{FF1A0855-ACF6-44D5-B7E6-C3532D52F3C4}"/>
          </ac:spMkLst>
        </pc:spChg>
        <pc:spChg chg="del mod">
          <ac:chgData name="Naveen Ramaswamy" userId="294402153de7d7c0" providerId="LiveId" clId="{5FB21455-9E63-4AD3-9452-3137CF771FEE}" dt="2021-07-16T16:40:10.801" v="1270" actId="478"/>
          <ac:spMkLst>
            <pc:docMk/>
            <pc:sldMk cId="1355401681" sldId="285"/>
            <ac:spMk id="32" creationId="{EA655639-540C-49A8-81C8-05C027466DD0}"/>
          </ac:spMkLst>
        </pc:spChg>
        <pc:spChg chg="mod">
          <ac:chgData name="Naveen Ramaswamy" userId="294402153de7d7c0" providerId="LiveId" clId="{5FB21455-9E63-4AD3-9452-3137CF771FEE}" dt="2021-07-16T16:37:33.290" v="1249"/>
          <ac:spMkLst>
            <pc:docMk/>
            <pc:sldMk cId="1355401681" sldId="285"/>
            <ac:spMk id="33" creationId="{3B1A771C-890A-4400-945E-85952C976875}"/>
          </ac:spMkLst>
        </pc:spChg>
        <pc:spChg chg="mod">
          <ac:chgData name="Naveen Ramaswamy" userId="294402153de7d7c0" providerId="LiveId" clId="{5FB21455-9E63-4AD3-9452-3137CF771FEE}" dt="2021-07-16T16:37:46.105" v="1251" actId="207"/>
          <ac:spMkLst>
            <pc:docMk/>
            <pc:sldMk cId="1355401681" sldId="285"/>
            <ac:spMk id="34" creationId="{BEA81F51-764A-483E-9B2B-A3B71EB486CD}"/>
          </ac:spMkLst>
        </pc:spChg>
        <pc:spChg chg="mod">
          <ac:chgData name="Naveen Ramaswamy" userId="294402153de7d7c0" providerId="LiveId" clId="{5FB21455-9E63-4AD3-9452-3137CF771FEE}" dt="2021-07-16T16:37:33.290" v="1249"/>
          <ac:spMkLst>
            <pc:docMk/>
            <pc:sldMk cId="1355401681" sldId="285"/>
            <ac:spMk id="35" creationId="{3E330180-48F1-4344-A79C-A62FAC8DB92B}"/>
          </ac:spMkLst>
        </pc:spChg>
        <pc:spChg chg="mod">
          <ac:chgData name="Naveen Ramaswamy" userId="294402153de7d7c0" providerId="LiveId" clId="{5FB21455-9E63-4AD3-9452-3137CF771FEE}" dt="2021-07-16T16:37:33.290" v="1249"/>
          <ac:spMkLst>
            <pc:docMk/>
            <pc:sldMk cId="1355401681" sldId="285"/>
            <ac:spMk id="36" creationId="{E2EA4309-0C00-47EC-A38A-661D5567D404}"/>
          </ac:spMkLst>
        </pc:spChg>
        <pc:spChg chg="mod">
          <ac:chgData name="Naveen Ramaswamy" userId="294402153de7d7c0" providerId="LiveId" clId="{5FB21455-9E63-4AD3-9452-3137CF771FEE}" dt="2021-07-16T16:37:33.290" v="1249"/>
          <ac:spMkLst>
            <pc:docMk/>
            <pc:sldMk cId="1355401681" sldId="285"/>
            <ac:spMk id="37" creationId="{063CC64D-9621-480A-B86F-43BEDD9AD213}"/>
          </ac:spMkLst>
        </pc:spChg>
        <pc:spChg chg="mod">
          <ac:chgData name="Naveen Ramaswamy" userId="294402153de7d7c0" providerId="LiveId" clId="{5FB21455-9E63-4AD3-9452-3137CF771FEE}" dt="2021-07-16T16:37:33.290" v="1249"/>
          <ac:spMkLst>
            <pc:docMk/>
            <pc:sldMk cId="1355401681" sldId="285"/>
            <ac:spMk id="38" creationId="{1E04A638-9E12-491C-B3A8-715104D11ACA}"/>
          </ac:spMkLst>
        </pc:spChg>
        <pc:spChg chg="mod">
          <ac:chgData name="Naveen Ramaswamy" userId="294402153de7d7c0" providerId="LiveId" clId="{5FB21455-9E63-4AD3-9452-3137CF771FEE}" dt="2021-07-16T16:37:33.290" v="1249"/>
          <ac:spMkLst>
            <pc:docMk/>
            <pc:sldMk cId="1355401681" sldId="285"/>
            <ac:spMk id="39" creationId="{E570BD9C-9543-46B3-BBEE-667B63548F0A}"/>
          </ac:spMkLst>
        </pc:spChg>
        <pc:spChg chg="mod">
          <ac:chgData name="Naveen Ramaswamy" userId="294402153de7d7c0" providerId="LiveId" clId="{5FB21455-9E63-4AD3-9452-3137CF771FEE}" dt="2021-07-16T16:37:33.290" v="1249"/>
          <ac:spMkLst>
            <pc:docMk/>
            <pc:sldMk cId="1355401681" sldId="285"/>
            <ac:spMk id="40" creationId="{A64FBEA2-D0DB-45D1-8DD4-E65D20343A05}"/>
          </ac:spMkLst>
        </pc:spChg>
        <pc:spChg chg="mod">
          <ac:chgData name="Naveen Ramaswamy" userId="294402153de7d7c0" providerId="LiveId" clId="{5FB21455-9E63-4AD3-9452-3137CF771FEE}" dt="2021-07-16T16:37:33.290" v="1249"/>
          <ac:spMkLst>
            <pc:docMk/>
            <pc:sldMk cId="1355401681" sldId="285"/>
            <ac:spMk id="41" creationId="{201DB1F9-1901-490E-916F-6CFB3B866C85}"/>
          </ac:spMkLst>
        </pc:spChg>
        <pc:spChg chg="mod">
          <ac:chgData name="Naveen Ramaswamy" userId="294402153de7d7c0" providerId="LiveId" clId="{5FB21455-9E63-4AD3-9452-3137CF771FEE}" dt="2021-07-16T16:37:33.290" v="1249"/>
          <ac:spMkLst>
            <pc:docMk/>
            <pc:sldMk cId="1355401681" sldId="285"/>
            <ac:spMk id="42" creationId="{7EE27471-4063-4D48-B4A2-4B3119FBFA6C}"/>
          </ac:spMkLst>
        </pc:spChg>
        <pc:spChg chg="mod">
          <ac:chgData name="Naveen Ramaswamy" userId="294402153de7d7c0" providerId="LiveId" clId="{5FB21455-9E63-4AD3-9452-3137CF771FEE}" dt="2021-07-16T16:37:33.290" v="1249"/>
          <ac:spMkLst>
            <pc:docMk/>
            <pc:sldMk cId="1355401681" sldId="285"/>
            <ac:spMk id="43" creationId="{090FAFDC-4AD3-4A47-BB12-4839CBB7721F}"/>
          </ac:spMkLst>
        </pc:spChg>
        <pc:spChg chg="mod">
          <ac:chgData name="Naveen Ramaswamy" userId="294402153de7d7c0" providerId="LiveId" clId="{5FB21455-9E63-4AD3-9452-3137CF771FEE}" dt="2021-07-16T16:37:33.290" v="1249"/>
          <ac:spMkLst>
            <pc:docMk/>
            <pc:sldMk cId="1355401681" sldId="285"/>
            <ac:spMk id="44" creationId="{D0DC1C69-C51B-4E97-8B08-7E148B7AD246}"/>
          </ac:spMkLst>
        </pc:spChg>
        <pc:spChg chg="mod">
          <ac:chgData name="Naveen Ramaswamy" userId="294402153de7d7c0" providerId="LiveId" clId="{5FB21455-9E63-4AD3-9452-3137CF771FEE}" dt="2021-07-16T16:37:33.290" v="1249"/>
          <ac:spMkLst>
            <pc:docMk/>
            <pc:sldMk cId="1355401681" sldId="285"/>
            <ac:spMk id="45" creationId="{22C2C5FE-40A0-4747-ACFD-56A2CC90262E}"/>
          </ac:spMkLst>
        </pc:spChg>
        <pc:spChg chg="mod">
          <ac:chgData name="Naveen Ramaswamy" userId="294402153de7d7c0" providerId="LiveId" clId="{5FB21455-9E63-4AD3-9452-3137CF771FEE}" dt="2021-07-16T16:37:33.290" v="1249"/>
          <ac:spMkLst>
            <pc:docMk/>
            <pc:sldMk cId="1355401681" sldId="285"/>
            <ac:spMk id="46" creationId="{D7356D20-A32C-4DA4-A851-EE853D52F84E}"/>
          </ac:spMkLst>
        </pc:spChg>
        <pc:spChg chg="mod">
          <ac:chgData name="Naveen Ramaswamy" userId="294402153de7d7c0" providerId="LiveId" clId="{5FB21455-9E63-4AD3-9452-3137CF771FEE}" dt="2021-07-16T16:37:33.290" v="1249"/>
          <ac:spMkLst>
            <pc:docMk/>
            <pc:sldMk cId="1355401681" sldId="285"/>
            <ac:spMk id="47" creationId="{34FACFD8-2053-4EF3-8461-CEE68DFF4206}"/>
          </ac:spMkLst>
        </pc:spChg>
        <pc:spChg chg="mod">
          <ac:chgData name="Naveen Ramaswamy" userId="294402153de7d7c0" providerId="LiveId" clId="{5FB21455-9E63-4AD3-9452-3137CF771FEE}" dt="2021-07-16T16:37:33.290" v="1249"/>
          <ac:spMkLst>
            <pc:docMk/>
            <pc:sldMk cId="1355401681" sldId="285"/>
            <ac:spMk id="48" creationId="{EF50D07B-9F5F-46E0-9D9E-7331D9ECA12B}"/>
          </ac:spMkLst>
        </pc:spChg>
        <pc:spChg chg="del mod">
          <ac:chgData name="Naveen Ramaswamy" userId="294402153de7d7c0" providerId="LiveId" clId="{5FB21455-9E63-4AD3-9452-3137CF771FEE}" dt="2021-07-18T11:46:46.094" v="1521" actId="478"/>
          <ac:spMkLst>
            <pc:docMk/>
            <pc:sldMk cId="1355401681" sldId="285"/>
            <ac:spMk id="51" creationId="{45A135B6-5B2B-4822-BD51-C50663D98E83}"/>
          </ac:spMkLst>
        </pc:spChg>
        <pc:spChg chg="del mod">
          <ac:chgData name="Naveen Ramaswamy" userId="294402153de7d7c0" providerId="LiveId" clId="{5FB21455-9E63-4AD3-9452-3137CF771FEE}" dt="2021-07-18T11:46:51.531" v="1523" actId="478"/>
          <ac:spMkLst>
            <pc:docMk/>
            <pc:sldMk cId="1355401681" sldId="285"/>
            <ac:spMk id="52" creationId="{BA7264A2-1039-455E-B1D5-03968B76C874}"/>
          </ac:spMkLst>
        </pc:spChg>
        <pc:spChg chg="del mod">
          <ac:chgData name="Naveen Ramaswamy" userId="294402153de7d7c0" providerId="LiveId" clId="{5FB21455-9E63-4AD3-9452-3137CF771FEE}" dt="2021-07-18T11:46:49.834" v="1522" actId="478"/>
          <ac:spMkLst>
            <pc:docMk/>
            <pc:sldMk cId="1355401681" sldId="285"/>
            <ac:spMk id="53" creationId="{5417837C-994B-41E5-85CF-5C812E3D42E4}"/>
          </ac:spMkLst>
        </pc:spChg>
        <pc:spChg chg="mod">
          <ac:chgData name="Naveen Ramaswamy" userId="294402153de7d7c0" providerId="LiveId" clId="{5FB21455-9E63-4AD3-9452-3137CF771FEE}" dt="2021-07-16T16:37:50.663" v="1252"/>
          <ac:spMkLst>
            <pc:docMk/>
            <pc:sldMk cId="1355401681" sldId="285"/>
            <ac:spMk id="54" creationId="{EE372A86-E591-4E0F-A411-7B73744E55B8}"/>
          </ac:spMkLst>
        </pc:spChg>
        <pc:spChg chg="mod">
          <ac:chgData name="Naveen Ramaswamy" userId="294402153de7d7c0" providerId="LiveId" clId="{5FB21455-9E63-4AD3-9452-3137CF771FEE}" dt="2021-07-16T16:37:50.663" v="1252"/>
          <ac:spMkLst>
            <pc:docMk/>
            <pc:sldMk cId="1355401681" sldId="285"/>
            <ac:spMk id="55" creationId="{E9693906-F5EF-4CD0-A32F-7740103836F8}"/>
          </ac:spMkLst>
        </pc:spChg>
        <pc:spChg chg="mod">
          <ac:chgData name="Naveen Ramaswamy" userId="294402153de7d7c0" providerId="LiveId" clId="{5FB21455-9E63-4AD3-9452-3137CF771FEE}" dt="2021-07-16T16:37:50.663" v="1252"/>
          <ac:spMkLst>
            <pc:docMk/>
            <pc:sldMk cId="1355401681" sldId="285"/>
            <ac:spMk id="56" creationId="{367DFA59-9712-4256-A963-8FEEFA51FBBB}"/>
          </ac:spMkLst>
        </pc:spChg>
        <pc:spChg chg="mod">
          <ac:chgData name="Naveen Ramaswamy" userId="294402153de7d7c0" providerId="LiveId" clId="{5FB21455-9E63-4AD3-9452-3137CF771FEE}" dt="2021-07-16T16:37:50.663" v="1252"/>
          <ac:spMkLst>
            <pc:docMk/>
            <pc:sldMk cId="1355401681" sldId="285"/>
            <ac:spMk id="57" creationId="{B919E157-2172-46B4-8F33-099C3D9A1254}"/>
          </ac:spMkLst>
        </pc:spChg>
        <pc:spChg chg="mod">
          <ac:chgData name="Naveen Ramaswamy" userId="294402153de7d7c0" providerId="LiveId" clId="{5FB21455-9E63-4AD3-9452-3137CF771FEE}" dt="2021-07-16T16:37:50.663" v="1252"/>
          <ac:spMkLst>
            <pc:docMk/>
            <pc:sldMk cId="1355401681" sldId="285"/>
            <ac:spMk id="65" creationId="{0D2B99FC-1336-4281-8942-6DEDA46BE081}"/>
          </ac:spMkLst>
        </pc:spChg>
        <pc:spChg chg="mod">
          <ac:chgData name="Naveen Ramaswamy" userId="294402153de7d7c0" providerId="LiveId" clId="{5FB21455-9E63-4AD3-9452-3137CF771FEE}" dt="2021-07-16T16:37:50.663" v="1252"/>
          <ac:spMkLst>
            <pc:docMk/>
            <pc:sldMk cId="1355401681" sldId="285"/>
            <ac:spMk id="66" creationId="{6DB9AE3F-32C5-4C28-A35D-E1D6B8DD6690}"/>
          </ac:spMkLst>
        </pc:spChg>
        <pc:spChg chg="mod">
          <ac:chgData name="Naveen Ramaswamy" userId="294402153de7d7c0" providerId="LiveId" clId="{5FB21455-9E63-4AD3-9452-3137CF771FEE}" dt="2021-07-16T16:37:50.663" v="1252"/>
          <ac:spMkLst>
            <pc:docMk/>
            <pc:sldMk cId="1355401681" sldId="285"/>
            <ac:spMk id="73" creationId="{2F1880D5-D11D-48B6-9265-84CA139D34A2}"/>
          </ac:spMkLst>
        </pc:spChg>
        <pc:spChg chg="mod">
          <ac:chgData name="Naveen Ramaswamy" userId="294402153de7d7c0" providerId="LiveId" clId="{5FB21455-9E63-4AD3-9452-3137CF771FEE}" dt="2021-07-16T16:37:50.663" v="1252"/>
          <ac:spMkLst>
            <pc:docMk/>
            <pc:sldMk cId="1355401681" sldId="285"/>
            <ac:spMk id="74" creationId="{2D1C8EF7-9383-465F-ADCC-075046EAF77B}"/>
          </ac:spMkLst>
        </pc:spChg>
        <pc:spChg chg="mod">
          <ac:chgData name="Naveen Ramaswamy" userId="294402153de7d7c0" providerId="LiveId" clId="{5FB21455-9E63-4AD3-9452-3137CF771FEE}" dt="2021-07-16T16:37:50.663" v="1252"/>
          <ac:spMkLst>
            <pc:docMk/>
            <pc:sldMk cId="1355401681" sldId="285"/>
            <ac:spMk id="75" creationId="{B71BF9BC-F76D-42F9-92AA-0BF37A2FC8C1}"/>
          </ac:spMkLst>
        </pc:spChg>
        <pc:spChg chg="mod">
          <ac:chgData name="Naveen Ramaswamy" userId="294402153de7d7c0" providerId="LiveId" clId="{5FB21455-9E63-4AD3-9452-3137CF771FEE}" dt="2021-07-16T16:37:50.663" v="1252"/>
          <ac:spMkLst>
            <pc:docMk/>
            <pc:sldMk cId="1355401681" sldId="285"/>
            <ac:spMk id="76" creationId="{6AC4FCCD-C4CD-40E5-A1EB-AC14249662FB}"/>
          </ac:spMkLst>
        </pc:spChg>
        <pc:spChg chg="del mod">
          <ac:chgData name="Naveen Ramaswamy" userId="294402153de7d7c0" providerId="LiveId" clId="{5FB21455-9E63-4AD3-9452-3137CF771FEE}" dt="2021-07-16T16:39:59.369" v="1266" actId="478"/>
          <ac:spMkLst>
            <pc:docMk/>
            <pc:sldMk cId="1355401681" sldId="285"/>
            <ac:spMk id="77" creationId="{8751202E-2D5F-491A-802E-30EE2E454431}"/>
          </ac:spMkLst>
        </pc:spChg>
        <pc:spChg chg="mod">
          <ac:chgData name="Naveen Ramaswamy" userId="294402153de7d7c0" providerId="LiveId" clId="{5FB21455-9E63-4AD3-9452-3137CF771FEE}" dt="2021-07-16T16:37:50.663" v="1252"/>
          <ac:spMkLst>
            <pc:docMk/>
            <pc:sldMk cId="1355401681" sldId="285"/>
            <ac:spMk id="78" creationId="{D8D90024-8E53-42BC-86A2-4A005D3D8950}"/>
          </ac:spMkLst>
        </pc:spChg>
        <pc:spChg chg="mod">
          <ac:chgData name="Naveen Ramaswamy" userId="294402153de7d7c0" providerId="LiveId" clId="{5FB21455-9E63-4AD3-9452-3137CF771FEE}" dt="2021-07-16T16:38:03.392" v="1254" actId="207"/>
          <ac:spMkLst>
            <pc:docMk/>
            <pc:sldMk cId="1355401681" sldId="285"/>
            <ac:spMk id="79" creationId="{3AAA5F78-1382-455D-8D06-DE93CA4DFB30}"/>
          </ac:spMkLst>
        </pc:spChg>
        <pc:spChg chg="mod">
          <ac:chgData name="Naveen Ramaswamy" userId="294402153de7d7c0" providerId="LiveId" clId="{5FB21455-9E63-4AD3-9452-3137CF771FEE}" dt="2021-07-16T16:37:50.663" v="1252"/>
          <ac:spMkLst>
            <pc:docMk/>
            <pc:sldMk cId="1355401681" sldId="285"/>
            <ac:spMk id="80" creationId="{9A3217EA-9794-4BB1-B061-F10A7F5D15B7}"/>
          </ac:spMkLst>
        </pc:spChg>
        <pc:spChg chg="mod">
          <ac:chgData name="Naveen Ramaswamy" userId="294402153de7d7c0" providerId="LiveId" clId="{5FB21455-9E63-4AD3-9452-3137CF771FEE}" dt="2021-07-16T16:37:50.663" v="1252"/>
          <ac:spMkLst>
            <pc:docMk/>
            <pc:sldMk cId="1355401681" sldId="285"/>
            <ac:spMk id="81" creationId="{5B6797CB-20E7-44B1-AB5C-95B5D9040134}"/>
          </ac:spMkLst>
        </pc:spChg>
        <pc:spChg chg="mod">
          <ac:chgData name="Naveen Ramaswamy" userId="294402153de7d7c0" providerId="LiveId" clId="{5FB21455-9E63-4AD3-9452-3137CF771FEE}" dt="2021-07-16T16:37:50.663" v="1252"/>
          <ac:spMkLst>
            <pc:docMk/>
            <pc:sldMk cId="1355401681" sldId="285"/>
            <ac:spMk id="82" creationId="{278BBC78-663C-4459-BBE5-505C2B04C23C}"/>
          </ac:spMkLst>
        </pc:spChg>
        <pc:spChg chg="mod">
          <ac:chgData name="Naveen Ramaswamy" userId="294402153de7d7c0" providerId="LiveId" clId="{5FB21455-9E63-4AD3-9452-3137CF771FEE}" dt="2021-07-16T16:37:50.663" v="1252"/>
          <ac:spMkLst>
            <pc:docMk/>
            <pc:sldMk cId="1355401681" sldId="285"/>
            <ac:spMk id="83" creationId="{166B98A2-5BE2-4437-A421-CEF17312D9F3}"/>
          </ac:spMkLst>
        </pc:spChg>
        <pc:spChg chg="mod">
          <ac:chgData name="Naveen Ramaswamy" userId="294402153de7d7c0" providerId="LiveId" clId="{5FB21455-9E63-4AD3-9452-3137CF771FEE}" dt="2021-07-16T16:37:50.663" v="1252"/>
          <ac:spMkLst>
            <pc:docMk/>
            <pc:sldMk cId="1355401681" sldId="285"/>
            <ac:spMk id="84" creationId="{E3FC3325-0D97-4808-8A52-2841D1766810}"/>
          </ac:spMkLst>
        </pc:spChg>
        <pc:spChg chg="mod">
          <ac:chgData name="Naveen Ramaswamy" userId="294402153de7d7c0" providerId="LiveId" clId="{5FB21455-9E63-4AD3-9452-3137CF771FEE}" dt="2021-07-16T16:37:50.663" v="1252"/>
          <ac:spMkLst>
            <pc:docMk/>
            <pc:sldMk cId="1355401681" sldId="285"/>
            <ac:spMk id="85" creationId="{204098DE-86EF-4861-A06A-BF02F9DBA44F}"/>
          </ac:spMkLst>
        </pc:spChg>
        <pc:spChg chg="mod">
          <ac:chgData name="Naveen Ramaswamy" userId="294402153de7d7c0" providerId="LiveId" clId="{5FB21455-9E63-4AD3-9452-3137CF771FEE}" dt="2021-07-16T16:37:50.663" v="1252"/>
          <ac:spMkLst>
            <pc:docMk/>
            <pc:sldMk cId="1355401681" sldId="285"/>
            <ac:spMk id="86" creationId="{27D5BD9B-E95B-41FE-93F2-47D6DE6713FD}"/>
          </ac:spMkLst>
        </pc:spChg>
        <pc:spChg chg="mod">
          <ac:chgData name="Naveen Ramaswamy" userId="294402153de7d7c0" providerId="LiveId" clId="{5FB21455-9E63-4AD3-9452-3137CF771FEE}" dt="2021-07-16T16:37:50.663" v="1252"/>
          <ac:spMkLst>
            <pc:docMk/>
            <pc:sldMk cId="1355401681" sldId="285"/>
            <ac:spMk id="87" creationId="{35F2BBC0-307F-4040-B996-D4668365E342}"/>
          </ac:spMkLst>
        </pc:spChg>
        <pc:spChg chg="mod">
          <ac:chgData name="Naveen Ramaswamy" userId="294402153de7d7c0" providerId="LiveId" clId="{5FB21455-9E63-4AD3-9452-3137CF771FEE}" dt="2021-07-16T16:37:50.663" v="1252"/>
          <ac:spMkLst>
            <pc:docMk/>
            <pc:sldMk cId="1355401681" sldId="285"/>
            <ac:spMk id="88" creationId="{643FF0DD-FD3B-4A72-9D63-743F1550BEA1}"/>
          </ac:spMkLst>
        </pc:spChg>
        <pc:spChg chg="mod">
          <ac:chgData name="Naveen Ramaswamy" userId="294402153de7d7c0" providerId="LiveId" clId="{5FB21455-9E63-4AD3-9452-3137CF771FEE}" dt="2021-07-16T16:37:50.663" v="1252"/>
          <ac:spMkLst>
            <pc:docMk/>
            <pc:sldMk cId="1355401681" sldId="285"/>
            <ac:spMk id="89" creationId="{815A9ECA-9BC7-4122-B994-9E1C8D225C94}"/>
          </ac:spMkLst>
        </pc:spChg>
        <pc:spChg chg="mod">
          <ac:chgData name="Naveen Ramaswamy" userId="294402153de7d7c0" providerId="LiveId" clId="{5FB21455-9E63-4AD3-9452-3137CF771FEE}" dt="2021-07-16T16:37:50.663" v="1252"/>
          <ac:spMkLst>
            <pc:docMk/>
            <pc:sldMk cId="1355401681" sldId="285"/>
            <ac:spMk id="90" creationId="{6735F654-18FC-4C48-A607-7FBA02A012C0}"/>
          </ac:spMkLst>
        </pc:spChg>
        <pc:spChg chg="mod">
          <ac:chgData name="Naveen Ramaswamy" userId="294402153de7d7c0" providerId="LiveId" clId="{5FB21455-9E63-4AD3-9452-3137CF771FEE}" dt="2021-07-16T16:37:50.663" v="1252"/>
          <ac:spMkLst>
            <pc:docMk/>
            <pc:sldMk cId="1355401681" sldId="285"/>
            <ac:spMk id="91" creationId="{9A4588E4-0CAD-4B4C-A60B-FAE65B7CE0A6}"/>
          </ac:spMkLst>
        </pc:spChg>
        <pc:spChg chg="mod">
          <ac:chgData name="Naveen Ramaswamy" userId="294402153de7d7c0" providerId="LiveId" clId="{5FB21455-9E63-4AD3-9452-3137CF771FEE}" dt="2021-07-16T16:37:50.663" v="1252"/>
          <ac:spMkLst>
            <pc:docMk/>
            <pc:sldMk cId="1355401681" sldId="285"/>
            <ac:spMk id="92" creationId="{CAB37496-C31D-4C46-B7A5-9D2812870EDE}"/>
          </ac:spMkLst>
        </pc:spChg>
        <pc:spChg chg="mod">
          <ac:chgData name="Naveen Ramaswamy" userId="294402153de7d7c0" providerId="LiveId" clId="{5FB21455-9E63-4AD3-9452-3137CF771FEE}" dt="2021-07-16T16:37:50.663" v="1252"/>
          <ac:spMkLst>
            <pc:docMk/>
            <pc:sldMk cId="1355401681" sldId="285"/>
            <ac:spMk id="93" creationId="{436B43CE-F3D2-40F7-9DA9-47B807D3C2BC}"/>
          </ac:spMkLst>
        </pc:spChg>
        <pc:spChg chg="mod">
          <ac:chgData name="Naveen Ramaswamy" userId="294402153de7d7c0" providerId="LiveId" clId="{5FB21455-9E63-4AD3-9452-3137CF771FEE}" dt="2021-07-18T11:46:33.814" v="1519"/>
          <ac:spMkLst>
            <pc:docMk/>
            <pc:sldMk cId="1355401681" sldId="285"/>
            <ac:spMk id="95" creationId="{A0652075-9E34-4642-9DB0-CD2573A42253}"/>
          </ac:spMkLst>
        </pc:spChg>
        <pc:spChg chg="mod">
          <ac:chgData name="Naveen Ramaswamy" userId="294402153de7d7c0" providerId="LiveId" clId="{5FB21455-9E63-4AD3-9452-3137CF771FEE}" dt="2021-07-18T11:46:33.814" v="1519"/>
          <ac:spMkLst>
            <pc:docMk/>
            <pc:sldMk cId="1355401681" sldId="285"/>
            <ac:spMk id="96" creationId="{B08FA66F-FF03-4D70-93FA-0104BAB754FF}"/>
          </ac:spMkLst>
        </pc:spChg>
        <pc:spChg chg="mod">
          <ac:chgData name="Naveen Ramaswamy" userId="294402153de7d7c0" providerId="LiveId" clId="{5FB21455-9E63-4AD3-9452-3137CF771FEE}" dt="2021-07-18T11:46:33.814" v="1519"/>
          <ac:spMkLst>
            <pc:docMk/>
            <pc:sldMk cId="1355401681" sldId="285"/>
            <ac:spMk id="97" creationId="{D938CABE-530D-4FB9-AEB2-A3D6D4CFC438}"/>
          </ac:spMkLst>
        </pc:spChg>
        <pc:spChg chg="mod">
          <ac:chgData name="Naveen Ramaswamy" userId="294402153de7d7c0" providerId="LiveId" clId="{5FB21455-9E63-4AD3-9452-3137CF771FEE}" dt="2021-07-18T11:46:33.814" v="1519"/>
          <ac:spMkLst>
            <pc:docMk/>
            <pc:sldMk cId="1355401681" sldId="285"/>
            <ac:spMk id="98" creationId="{7E90C26F-6CF0-446D-8E1C-6C2958359B79}"/>
          </ac:spMkLst>
        </pc:spChg>
        <pc:spChg chg="mod">
          <ac:chgData name="Naveen Ramaswamy" userId="294402153de7d7c0" providerId="LiveId" clId="{5FB21455-9E63-4AD3-9452-3137CF771FEE}" dt="2021-07-18T11:46:52.997" v="1524"/>
          <ac:spMkLst>
            <pc:docMk/>
            <pc:sldMk cId="1355401681" sldId="285"/>
            <ac:spMk id="100" creationId="{DF7FEE41-8726-4B3F-840C-C0593754A4F9}"/>
          </ac:spMkLst>
        </pc:spChg>
        <pc:spChg chg="mod">
          <ac:chgData name="Naveen Ramaswamy" userId="294402153de7d7c0" providerId="LiveId" clId="{5FB21455-9E63-4AD3-9452-3137CF771FEE}" dt="2021-07-18T11:46:52.997" v="1524"/>
          <ac:spMkLst>
            <pc:docMk/>
            <pc:sldMk cId="1355401681" sldId="285"/>
            <ac:spMk id="101" creationId="{4504CABD-C78E-4FD0-A9B4-C1F2A6098A56}"/>
          </ac:spMkLst>
        </pc:spChg>
        <pc:spChg chg="mod">
          <ac:chgData name="Naveen Ramaswamy" userId="294402153de7d7c0" providerId="LiveId" clId="{5FB21455-9E63-4AD3-9452-3137CF771FEE}" dt="2021-07-18T11:46:52.997" v="1524"/>
          <ac:spMkLst>
            <pc:docMk/>
            <pc:sldMk cId="1355401681" sldId="285"/>
            <ac:spMk id="102" creationId="{17818D83-4FFF-420C-AEDC-C2E9A9539705}"/>
          </ac:spMkLst>
        </pc:spChg>
        <pc:spChg chg="mod">
          <ac:chgData name="Naveen Ramaswamy" userId="294402153de7d7c0" providerId="LiveId" clId="{5FB21455-9E63-4AD3-9452-3137CF771FEE}" dt="2021-07-18T11:46:52.997" v="1524"/>
          <ac:spMkLst>
            <pc:docMk/>
            <pc:sldMk cId="1355401681" sldId="285"/>
            <ac:spMk id="103" creationId="{CCA81073-9DCF-4690-A7C4-6D93F786F94D}"/>
          </ac:spMkLst>
        </pc:spChg>
        <pc:spChg chg="add mod">
          <ac:chgData name="Naveen Ramaswamy" userId="294402153de7d7c0" providerId="LiveId" clId="{5FB21455-9E63-4AD3-9452-3137CF771FEE}" dt="2021-07-16T16:46:35.080" v="1323" actId="164"/>
          <ac:spMkLst>
            <pc:docMk/>
            <pc:sldMk cId="1355401681" sldId="285"/>
            <ac:spMk id="106" creationId="{6D65A5D5-8679-4EDB-9EA7-3B4C289FFD07}"/>
          </ac:spMkLst>
        </pc:spChg>
        <pc:spChg chg="add mod">
          <ac:chgData name="Naveen Ramaswamy" userId="294402153de7d7c0" providerId="LiveId" clId="{5FB21455-9E63-4AD3-9452-3137CF771FEE}" dt="2021-07-16T16:46:35.080" v="1323" actId="164"/>
          <ac:spMkLst>
            <pc:docMk/>
            <pc:sldMk cId="1355401681" sldId="285"/>
            <ac:spMk id="107" creationId="{13877404-2A7F-421E-9235-52808CCD19C0}"/>
          </ac:spMkLst>
        </pc:spChg>
        <pc:grpChg chg="add mod">
          <ac:chgData name="Naveen Ramaswamy" userId="294402153de7d7c0" providerId="LiveId" clId="{5FB21455-9E63-4AD3-9452-3137CF771FEE}" dt="2021-07-18T12:03:14.269" v="2072" actId="1076"/>
          <ac:grpSpMkLst>
            <pc:docMk/>
            <pc:sldMk cId="1355401681" sldId="285"/>
            <ac:grpSpMk id="2" creationId="{65920D12-8EB6-4385-A6B1-54BDBAFB0A9C}"/>
          </ac:grpSpMkLst>
        </pc:grpChg>
        <pc:grpChg chg="add del mod">
          <ac:chgData name="Naveen Ramaswamy" userId="294402153de7d7c0" providerId="LiveId" clId="{5FB21455-9E63-4AD3-9452-3137CF771FEE}" dt="2021-07-18T11:46:32.331" v="1518" actId="478"/>
          <ac:grpSpMkLst>
            <pc:docMk/>
            <pc:sldMk cId="1355401681" sldId="285"/>
            <ac:grpSpMk id="4" creationId="{F9EF705D-B225-4F0A-8C0A-96F0733F344B}"/>
          </ac:grpSpMkLst>
        </pc:grpChg>
        <pc:grpChg chg="mod">
          <ac:chgData name="Naveen Ramaswamy" userId="294402153de7d7c0" providerId="LiveId" clId="{5FB21455-9E63-4AD3-9452-3137CF771FEE}" dt="2021-07-16T16:37:33.290" v="1249"/>
          <ac:grpSpMkLst>
            <pc:docMk/>
            <pc:sldMk cId="1355401681" sldId="285"/>
            <ac:grpSpMk id="5" creationId="{E98DCDB6-3BE5-46D1-AF27-E1FCFAACC425}"/>
          </ac:grpSpMkLst>
        </pc:grpChg>
        <pc:grpChg chg="mod">
          <ac:chgData name="Naveen Ramaswamy" userId="294402153de7d7c0" providerId="LiveId" clId="{5FB21455-9E63-4AD3-9452-3137CF771FEE}" dt="2021-07-16T16:37:33.290" v="1249"/>
          <ac:grpSpMkLst>
            <pc:docMk/>
            <pc:sldMk cId="1355401681" sldId="285"/>
            <ac:grpSpMk id="13" creationId="{B48A1AA2-7784-43D2-B46B-441183D62B08}"/>
          </ac:grpSpMkLst>
        </pc:grpChg>
        <pc:grpChg chg="mod">
          <ac:chgData name="Naveen Ramaswamy" userId="294402153de7d7c0" providerId="LiveId" clId="{5FB21455-9E63-4AD3-9452-3137CF771FEE}" dt="2021-07-16T16:37:33.290" v="1249"/>
          <ac:grpSpMkLst>
            <pc:docMk/>
            <pc:sldMk cId="1355401681" sldId="285"/>
            <ac:grpSpMk id="14" creationId="{C9D2B373-0E59-41AB-A617-B6B35CB4AA97}"/>
          </ac:grpSpMkLst>
        </pc:grpChg>
        <pc:grpChg chg="mod">
          <ac:chgData name="Naveen Ramaswamy" userId="294402153de7d7c0" providerId="LiveId" clId="{5FB21455-9E63-4AD3-9452-3137CF771FEE}" dt="2021-07-16T16:37:33.290" v="1249"/>
          <ac:grpSpMkLst>
            <pc:docMk/>
            <pc:sldMk cId="1355401681" sldId="285"/>
            <ac:grpSpMk id="24" creationId="{0F18CCE0-59CD-415A-9BFA-6CC6696FF2E1}"/>
          </ac:grpSpMkLst>
        </pc:grpChg>
        <pc:grpChg chg="mod">
          <ac:chgData name="Naveen Ramaswamy" userId="294402153de7d7c0" providerId="LiveId" clId="{5FB21455-9E63-4AD3-9452-3137CF771FEE}" dt="2021-07-16T16:37:33.290" v="1249"/>
          <ac:grpSpMkLst>
            <pc:docMk/>
            <pc:sldMk cId="1355401681" sldId="285"/>
            <ac:grpSpMk id="25" creationId="{14D4E71C-0568-40DD-B5D5-B5119BF59947}"/>
          </ac:grpSpMkLst>
        </pc:grpChg>
        <pc:grpChg chg="mod">
          <ac:chgData name="Naveen Ramaswamy" userId="294402153de7d7c0" providerId="LiveId" clId="{5FB21455-9E63-4AD3-9452-3137CF771FEE}" dt="2021-07-16T16:37:33.290" v="1249"/>
          <ac:grpSpMkLst>
            <pc:docMk/>
            <pc:sldMk cId="1355401681" sldId="285"/>
            <ac:grpSpMk id="26" creationId="{885AA08A-B854-459B-8B5F-420A968F0C2A}"/>
          </ac:grpSpMkLst>
        </pc:grpChg>
        <pc:grpChg chg="mod">
          <ac:chgData name="Naveen Ramaswamy" userId="294402153de7d7c0" providerId="LiveId" clId="{5FB21455-9E63-4AD3-9452-3137CF771FEE}" dt="2021-07-16T16:37:33.290" v="1249"/>
          <ac:grpSpMkLst>
            <pc:docMk/>
            <pc:sldMk cId="1355401681" sldId="285"/>
            <ac:grpSpMk id="27" creationId="{F0DE8967-E6E0-46A4-9D35-FC54B50DE610}"/>
          </ac:grpSpMkLst>
        </pc:grpChg>
        <pc:grpChg chg="add del mod">
          <ac:chgData name="Naveen Ramaswamy" userId="294402153de7d7c0" providerId="LiveId" clId="{5FB21455-9E63-4AD3-9452-3137CF771FEE}" dt="2021-07-18T11:46:51.531" v="1523" actId="478"/>
          <ac:grpSpMkLst>
            <pc:docMk/>
            <pc:sldMk cId="1355401681" sldId="285"/>
            <ac:grpSpMk id="49" creationId="{3E0C4F4C-EB28-4A0E-885C-4F117550C4AD}"/>
          </ac:grpSpMkLst>
        </pc:grpChg>
        <pc:grpChg chg="mod">
          <ac:chgData name="Naveen Ramaswamy" userId="294402153de7d7c0" providerId="LiveId" clId="{5FB21455-9E63-4AD3-9452-3137CF771FEE}" dt="2021-07-16T16:37:50.663" v="1252"/>
          <ac:grpSpMkLst>
            <pc:docMk/>
            <pc:sldMk cId="1355401681" sldId="285"/>
            <ac:grpSpMk id="50" creationId="{DB5279FE-8AA3-4FAD-A642-B12A8E43F8E6}"/>
          </ac:grpSpMkLst>
        </pc:grpChg>
        <pc:grpChg chg="mod">
          <ac:chgData name="Naveen Ramaswamy" userId="294402153de7d7c0" providerId="LiveId" clId="{5FB21455-9E63-4AD3-9452-3137CF771FEE}" dt="2021-07-16T16:37:50.663" v="1252"/>
          <ac:grpSpMkLst>
            <pc:docMk/>
            <pc:sldMk cId="1355401681" sldId="285"/>
            <ac:grpSpMk id="58" creationId="{5FB0DD14-2A20-4A46-AE9F-FC02FC30ABB7}"/>
          </ac:grpSpMkLst>
        </pc:grpChg>
        <pc:grpChg chg="mod">
          <ac:chgData name="Naveen Ramaswamy" userId="294402153de7d7c0" providerId="LiveId" clId="{5FB21455-9E63-4AD3-9452-3137CF771FEE}" dt="2021-07-16T16:37:50.663" v="1252"/>
          <ac:grpSpMkLst>
            <pc:docMk/>
            <pc:sldMk cId="1355401681" sldId="285"/>
            <ac:grpSpMk id="59" creationId="{18F82468-7052-400E-A4C9-353E0C1BA239}"/>
          </ac:grpSpMkLst>
        </pc:grpChg>
        <pc:grpChg chg="mod">
          <ac:chgData name="Naveen Ramaswamy" userId="294402153de7d7c0" providerId="LiveId" clId="{5FB21455-9E63-4AD3-9452-3137CF771FEE}" dt="2021-07-16T16:37:50.663" v="1252"/>
          <ac:grpSpMkLst>
            <pc:docMk/>
            <pc:sldMk cId="1355401681" sldId="285"/>
            <ac:grpSpMk id="69" creationId="{40F5C2FE-CFDA-4236-B9EA-CAFDB8E01F1F}"/>
          </ac:grpSpMkLst>
        </pc:grpChg>
        <pc:grpChg chg="mod">
          <ac:chgData name="Naveen Ramaswamy" userId="294402153de7d7c0" providerId="LiveId" clId="{5FB21455-9E63-4AD3-9452-3137CF771FEE}" dt="2021-07-16T16:37:50.663" v="1252"/>
          <ac:grpSpMkLst>
            <pc:docMk/>
            <pc:sldMk cId="1355401681" sldId="285"/>
            <ac:grpSpMk id="70" creationId="{F1A2F02B-8EBC-4C8A-B0F1-2ECA19932989}"/>
          </ac:grpSpMkLst>
        </pc:grpChg>
        <pc:grpChg chg="mod">
          <ac:chgData name="Naveen Ramaswamy" userId="294402153de7d7c0" providerId="LiveId" clId="{5FB21455-9E63-4AD3-9452-3137CF771FEE}" dt="2021-07-16T16:37:50.663" v="1252"/>
          <ac:grpSpMkLst>
            <pc:docMk/>
            <pc:sldMk cId="1355401681" sldId="285"/>
            <ac:grpSpMk id="71" creationId="{F34875A3-973D-4237-8F4C-9183E69C0475}"/>
          </ac:grpSpMkLst>
        </pc:grpChg>
        <pc:grpChg chg="mod">
          <ac:chgData name="Naveen Ramaswamy" userId="294402153de7d7c0" providerId="LiveId" clId="{5FB21455-9E63-4AD3-9452-3137CF771FEE}" dt="2021-07-16T16:37:50.663" v="1252"/>
          <ac:grpSpMkLst>
            <pc:docMk/>
            <pc:sldMk cId="1355401681" sldId="285"/>
            <ac:grpSpMk id="72" creationId="{D920D730-8BF9-43F5-A6F2-E0DC5F23F70E}"/>
          </ac:grpSpMkLst>
        </pc:grpChg>
        <pc:grpChg chg="add mod">
          <ac:chgData name="Naveen Ramaswamy" userId="294402153de7d7c0" providerId="LiveId" clId="{5FB21455-9E63-4AD3-9452-3137CF771FEE}" dt="2021-07-18T11:47:39.605" v="1532" actId="164"/>
          <ac:grpSpMkLst>
            <pc:docMk/>
            <pc:sldMk cId="1355401681" sldId="285"/>
            <ac:grpSpMk id="94" creationId="{1EB422BE-1041-4E9E-B1A8-7726CF7351E4}"/>
          </ac:grpSpMkLst>
        </pc:grpChg>
        <pc:grpChg chg="add mod">
          <ac:chgData name="Naveen Ramaswamy" userId="294402153de7d7c0" providerId="LiveId" clId="{5FB21455-9E63-4AD3-9452-3137CF771FEE}" dt="2021-07-18T11:47:39.605" v="1532" actId="164"/>
          <ac:grpSpMkLst>
            <pc:docMk/>
            <pc:sldMk cId="1355401681" sldId="285"/>
            <ac:grpSpMk id="99" creationId="{D60AA7BD-AE6A-4558-808B-0E0531C98BCB}"/>
          </ac:grpSpMkLst>
        </pc:grpChg>
        <pc:grpChg chg="add mod">
          <ac:chgData name="Naveen Ramaswamy" userId="294402153de7d7c0" providerId="LiveId" clId="{5FB21455-9E63-4AD3-9452-3137CF771FEE}" dt="2021-07-18T11:47:39.605" v="1532" actId="164"/>
          <ac:grpSpMkLst>
            <pc:docMk/>
            <pc:sldMk cId="1355401681" sldId="285"/>
            <ac:grpSpMk id="108" creationId="{FAA60D25-2ADD-4308-85BE-C79D05E18AAA}"/>
          </ac:grpSpMkLst>
        </pc:grpChg>
        <pc:cxnChg chg="del mod">
          <ac:chgData name="Naveen Ramaswamy" userId="294402153de7d7c0" providerId="LiveId" clId="{5FB21455-9E63-4AD3-9452-3137CF771FEE}" dt="2021-07-16T16:40:05.707" v="1268" actId="478"/>
          <ac:cxnSpMkLst>
            <pc:docMk/>
            <pc:sldMk cId="1355401681" sldId="285"/>
            <ac:cxnSpMk id="15" creationId="{15FDBF88-06CE-48B0-8615-2E588C061345}"/>
          </ac:cxnSpMkLst>
        </pc:cxnChg>
        <pc:cxnChg chg="mod">
          <ac:chgData name="Naveen Ramaswamy" userId="294402153de7d7c0" providerId="LiveId" clId="{5FB21455-9E63-4AD3-9452-3137CF771FEE}" dt="2021-07-16T16:37:33.290" v="1249"/>
          <ac:cxnSpMkLst>
            <pc:docMk/>
            <pc:sldMk cId="1355401681" sldId="285"/>
            <ac:cxnSpMk id="16" creationId="{9A733F84-F699-4B43-B675-1B05AB57AAFC}"/>
          </ac:cxnSpMkLst>
        </pc:cxnChg>
        <pc:cxnChg chg="mod">
          <ac:chgData name="Naveen Ramaswamy" userId="294402153de7d7c0" providerId="LiveId" clId="{5FB21455-9E63-4AD3-9452-3137CF771FEE}" dt="2021-07-16T16:37:33.290" v="1249"/>
          <ac:cxnSpMkLst>
            <pc:docMk/>
            <pc:sldMk cId="1355401681" sldId="285"/>
            <ac:cxnSpMk id="17" creationId="{E1428231-DDBA-4545-9C99-F53A604C16D1}"/>
          </ac:cxnSpMkLst>
        </pc:cxnChg>
        <pc:cxnChg chg="mod">
          <ac:chgData name="Naveen Ramaswamy" userId="294402153de7d7c0" providerId="LiveId" clId="{5FB21455-9E63-4AD3-9452-3137CF771FEE}" dt="2021-07-16T16:37:33.290" v="1249"/>
          <ac:cxnSpMkLst>
            <pc:docMk/>
            <pc:sldMk cId="1355401681" sldId="285"/>
            <ac:cxnSpMk id="18" creationId="{85BA3E97-1B3A-45E4-AC0F-14CC0CB07A0A}"/>
          </ac:cxnSpMkLst>
        </pc:cxnChg>
        <pc:cxnChg chg="mod">
          <ac:chgData name="Naveen Ramaswamy" userId="294402153de7d7c0" providerId="LiveId" clId="{5FB21455-9E63-4AD3-9452-3137CF771FEE}" dt="2021-07-16T16:37:33.290" v="1249"/>
          <ac:cxnSpMkLst>
            <pc:docMk/>
            <pc:sldMk cId="1355401681" sldId="285"/>
            <ac:cxnSpMk id="19" creationId="{FBF4AB38-5629-45AD-B920-83CB5B4ED53C}"/>
          </ac:cxnSpMkLst>
        </pc:cxnChg>
        <pc:cxnChg chg="mod">
          <ac:chgData name="Naveen Ramaswamy" userId="294402153de7d7c0" providerId="LiveId" clId="{5FB21455-9E63-4AD3-9452-3137CF771FEE}" dt="2021-07-16T16:37:33.290" v="1249"/>
          <ac:cxnSpMkLst>
            <pc:docMk/>
            <pc:sldMk cId="1355401681" sldId="285"/>
            <ac:cxnSpMk id="22" creationId="{D07A95C9-4500-457F-8DA0-343B263DEA2C}"/>
          </ac:cxnSpMkLst>
        </pc:cxnChg>
        <pc:cxnChg chg="mod">
          <ac:chgData name="Naveen Ramaswamy" userId="294402153de7d7c0" providerId="LiveId" clId="{5FB21455-9E63-4AD3-9452-3137CF771FEE}" dt="2021-07-16T16:39:21.529" v="1265" actId="14100"/>
          <ac:cxnSpMkLst>
            <pc:docMk/>
            <pc:sldMk cId="1355401681" sldId="285"/>
            <ac:cxnSpMk id="23" creationId="{015C83AC-963B-4CAD-98E1-EEBB0AC9DE4F}"/>
          </ac:cxnSpMkLst>
        </pc:cxnChg>
        <pc:cxnChg chg="del mod">
          <ac:chgData name="Naveen Ramaswamy" userId="294402153de7d7c0" providerId="LiveId" clId="{5FB21455-9E63-4AD3-9452-3137CF771FEE}" dt="2021-07-16T16:40:02.728" v="1267" actId="478"/>
          <ac:cxnSpMkLst>
            <pc:docMk/>
            <pc:sldMk cId="1355401681" sldId="285"/>
            <ac:cxnSpMk id="60" creationId="{D952E186-2CD3-4295-9BF3-9EFCFE030BF5}"/>
          </ac:cxnSpMkLst>
        </pc:cxnChg>
        <pc:cxnChg chg="mod">
          <ac:chgData name="Naveen Ramaswamy" userId="294402153de7d7c0" providerId="LiveId" clId="{5FB21455-9E63-4AD3-9452-3137CF771FEE}" dt="2021-07-16T16:37:50.663" v="1252"/>
          <ac:cxnSpMkLst>
            <pc:docMk/>
            <pc:sldMk cId="1355401681" sldId="285"/>
            <ac:cxnSpMk id="61" creationId="{543BE7C4-4685-4D2E-AB76-2E514FF7D443}"/>
          </ac:cxnSpMkLst>
        </pc:cxnChg>
        <pc:cxnChg chg="mod">
          <ac:chgData name="Naveen Ramaswamy" userId="294402153de7d7c0" providerId="LiveId" clId="{5FB21455-9E63-4AD3-9452-3137CF771FEE}" dt="2021-07-16T16:37:50.663" v="1252"/>
          <ac:cxnSpMkLst>
            <pc:docMk/>
            <pc:sldMk cId="1355401681" sldId="285"/>
            <ac:cxnSpMk id="62" creationId="{6F83723D-797C-4D2E-988C-50117BF0A463}"/>
          </ac:cxnSpMkLst>
        </pc:cxnChg>
        <pc:cxnChg chg="mod">
          <ac:chgData name="Naveen Ramaswamy" userId="294402153de7d7c0" providerId="LiveId" clId="{5FB21455-9E63-4AD3-9452-3137CF771FEE}" dt="2021-07-16T16:37:50.663" v="1252"/>
          <ac:cxnSpMkLst>
            <pc:docMk/>
            <pc:sldMk cId="1355401681" sldId="285"/>
            <ac:cxnSpMk id="63" creationId="{6D18249D-058B-4525-AD87-66DBE3247606}"/>
          </ac:cxnSpMkLst>
        </pc:cxnChg>
        <pc:cxnChg chg="mod">
          <ac:chgData name="Naveen Ramaswamy" userId="294402153de7d7c0" providerId="LiveId" clId="{5FB21455-9E63-4AD3-9452-3137CF771FEE}" dt="2021-07-16T16:37:50.663" v="1252"/>
          <ac:cxnSpMkLst>
            <pc:docMk/>
            <pc:sldMk cId="1355401681" sldId="285"/>
            <ac:cxnSpMk id="64" creationId="{6E77B805-F8E8-485A-8D1D-C3FBCB8E6911}"/>
          </ac:cxnSpMkLst>
        </pc:cxnChg>
        <pc:cxnChg chg="mod">
          <ac:chgData name="Naveen Ramaswamy" userId="294402153de7d7c0" providerId="LiveId" clId="{5FB21455-9E63-4AD3-9452-3137CF771FEE}" dt="2021-07-16T16:37:50.663" v="1252"/>
          <ac:cxnSpMkLst>
            <pc:docMk/>
            <pc:sldMk cId="1355401681" sldId="285"/>
            <ac:cxnSpMk id="67" creationId="{64A00B30-18B7-455E-B049-1A22E69706E8}"/>
          </ac:cxnSpMkLst>
        </pc:cxnChg>
        <pc:cxnChg chg="mod">
          <ac:chgData name="Naveen Ramaswamy" userId="294402153de7d7c0" providerId="LiveId" clId="{5FB21455-9E63-4AD3-9452-3137CF771FEE}" dt="2021-07-16T16:37:50.663" v="1252"/>
          <ac:cxnSpMkLst>
            <pc:docMk/>
            <pc:sldMk cId="1355401681" sldId="285"/>
            <ac:cxnSpMk id="68" creationId="{377311DF-5434-4E35-A2AE-B814DFC76349}"/>
          </ac:cxnSpMkLst>
        </pc:cxnChg>
      </pc:sldChg>
      <pc:sldChg chg="addSp delSp modSp new mod">
        <pc:chgData name="Naveen Ramaswamy" userId="294402153de7d7c0" providerId="LiveId" clId="{5FB21455-9E63-4AD3-9452-3137CF771FEE}" dt="2021-07-18T12:32:09.894" v="2671" actId="1076"/>
        <pc:sldMkLst>
          <pc:docMk/>
          <pc:sldMk cId="723474948" sldId="286"/>
        </pc:sldMkLst>
        <pc:spChg chg="del">
          <ac:chgData name="Naveen Ramaswamy" userId="294402153de7d7c0" providerId="LiveId" clId="{5FB21455-9E63-4AD3-9452-3137CF771FEE}" dt="2021-07-16T16:43:06.262" v="1300" actId="478"/>
          <ac:spMkLst>
            <pc:docMk/>
            <pc:sldMk cId="723474948" sldId="286"/>
            <ac:spMk id="2" creationId="{E51E1A1B-537D-44F1-BACE-B2878CFD4D20}"/>
          </ac:spMkLst>
        </pc:spChg>
        <pc:spChg chg="del">
          <ac:chgData name="Naveen Ramaswamy" userId="294402153de7d7c0" providerId="LiveId" clId="{5FB21455-9E63-4AD3-9452-3137CF771FEE}" dt="2021-07-16T16:43:05.541" v="1299" actId="478"/>
          <ac:spMkLst>
            <pc:docMk/>
            <pc:sldMk cId="723474948" sldId="286"/>
            <ac:spMk id="3" creationId="{62CA91DC-F7D5-4FFA-A0D6-465E062E2404}"/>
          </ac:spMkLst>
        </pc:spChg>
        <pc:spChg chg="mod">
          <ac:chgData name="Naveen Ramaswamy" userId="294402153de7d7c0" providerId="LiveId" clId="{5FB21455-9E63-4AD3-9452-3137CF771FEE}" dt="2021-07-18T11:45:12.076" v="1510" actId="1076"/>
          <ac:spMkLst>
            <pc:docMk/>
            <pc:sldMk cId="723474948" sldId="286"/>
            <ac:spMk id="6" creationId="{D65D9655-C61E-4A00-B85C-F431FE045D81}"/>
          </ac:spMkLst>
        </pc:spChg>
        <pc:spChg chg="mod">
          <ac:chgData name="Naveen Ramaswamy" userId="294402153de7d7c0" providerId="LiveId" clId="{5FB21455-9E63-4AD3-9452-3137CF771FEE}" dt="2021-07-16T16:43:28.786" v="1301"/>
          <ac:spMkLst>
            <pc:docMk/>
            <pc:sldMk cId="723474948" sldId="286"/>
            <ac:spMk id="7" creationId="{E5C914B3-50E0-4D77-86A3-1376C01C7F31}"/>
          </ac:spMkLst>
        </pc:spChg>
        <pc:spChg chg="mod">
          <ac:chgData name="Naveen Ramaswamy" userId="294402153de7d7c0" providerId="LiveId" clId="{5FB21455-9E63-4AD3-9452-3137CF771FEE}" dt="2021-07-18T11:44:50.302" v="1506" actId="1076"/>
          <ac:spMkLst>
            <pc:docMk/>
            <pc:sldMk cId="723474948" sldId="286"/>
            <ac:spMk id="8" creationId="{05AF0005-33CA-4740-88DE-76F0A64DCAF5}"/>
          </ac:spMkLst>
        </pc:spChg>
        <pc:spChg chg="mod">
          <ac:chgData name="Naveen Ramaswamy" userId="294402153de7d7c0" providerId="LiveId" clId="{5FB21455-9E63-4AD3-9452-3137CF771FEE}" dt="2021-07-16T16:43:28.786" v="1301"/>
          <ac:spMkLst>
            <pc:docMk/>
            <pc:sldMk cId="723474948" sldId="286"/>
            <ac:spMk id="9" creationId="{767A61D9-F8AF-4F61-BD67-5AD344BB29A3}"/>
          </ac:spMkLst>
        </pc:spChg>
        <pc:spChg chg="mod">
          <ac:chgData name="Naveen Ramaswamy" userId="294402153de7d7c0" providerId="LiveId" clId="{5FB21455-9E63-4AD3-9452-3137CF771FEE}" dt="2021-07-16T16:43:28.786" v="1301"/>
          <ac:spMkLst>
            <pc:docMk/>
            <pc:sldMk cId="723474948" sldId="286"/>
            <ac:spMk id="10" creationId="{01AD6229-365C-4415-B5FF-3E4DA98E571A}"/>
          </ac:spMkLst>
        </pc:spChg>
        <pc:spChg chg="mod">
          <ac:chgData name="Naveen Ramaswamy" userId="294402153de7d7c0" providerId="LiveId" clId="{5FB21455-9E63-4AD3-9452-3137CF771FEE}" dt="2021-07-16T16:43:28.786" v="1301"/>
          <ac:spMkLst>
            <pc:docMk/>
            <pc:sldMk cId="723474948" sldId="286"/>
            <ac:spMk id="11" creationId="{12FA1114-9F70-457E-9F77-307E9AA4846C}"/>
          </ac:spMkLst>
        </pc:spChg>
        <pc:spChg chg="mod">
          <ac:chgData name="Naveen Ramaswamy" userId="294402153de7d7c0" providerId="LiveId" clId="{5FB21455-9E63-4AD3-9452-3137CF771FEE}" dt="2021-07-16T16:43:28.786" v="1301"/>
          <ac:spMkLst>
            <pc:docMk/>
            <pc:sldMk cId="723474948" sldId="286"/>
            <ac:spMk id="12" creationId="{5B9540DE-A6B2-42A0-B2A1-FB758B9E6409}"/>
          </ac:spMkLst>
        </pc:spChg>
        <pc:spChg chg="mod">
          <ac:chgData name="Naveen Ramaswamy" userId="294402153de7d7c0" providerId="LiveId" clId="{5FB21455-9E63-4AD3-9452-3137CF771FEE}" dt="2021-07-16T16:43:28.786" v="1301"/>
          <ac:spMkLst>
            <pc:docMk/>
            <pc:sldMk cId="723474948" sldId="286"/>
            <ac:spMk id="19" creationId="{A363DA56-5DD3-4ADC-A160-8DC04661264B}"/>
          </ac:spMkLst>
        </pc:spChg>
        <pc:spChg chg="mod">
          <ac:chgData name="Naveen Ramaswamy" userId="294402153de7d7c0" providerId="LiveId" clId="{5FB21455-9E63-4AD3-9452-3137CF771FEE}" dt="2021-07-16T16:43:28.786" v="1301"/>
          <ac:spMkLst>
            <pc:docMk/>
            <pc:sldMk cId="723474948" sldId="286"/>
            <ac:spMk id="20" creationId="{AC281488-1D30-4B31-AEE1-16DF63C0F3F0}"/>
          </ac:spMkLst>
        </pc:spChg>
        <pc:spChg chg="mod">
          <ac:chgData name="Naveen Ramaswamy" userId="294402153de7d7c0" providerId="LiveId" clId="{5FB21455-9E63-4AD3-9452-3137CF771FEE}" dt="2021-07-16T16:43:28.786" v="1301"/>
          <ac:spMkLst>
            <pc:docMk/>
            <pc:sldMk cId="723474948" sldId="286"/>
            <ac:spMk id="27" creationId="{A9E78C8E-AD81-42C8-93FF-770FDA9E159F}"/>
          </ac:spMkLst>
        </pc:spChg>
        <pc:spChg chg="mod">
          <ac:chgData name="Naveen Ramaswamy" userId="294402153de7d7c0" providerId="LiveId" clId="{5FB21455-9E63-4AD3-9452-3137CF771FEE}" dt="2021-07-16T16:43:28.786" v="1301"/>
          <ac:spMkLst>
            <pc:docMk/>
            <pc:sldMk cId="723474948" sldId="286"/>
            <ac:spMk id="28" creationId="{777DCECD-B1AE-42E6-920B-4AA67C3F58C3}"/>
          </ac:spMkLst>
        </pc:spChg>
        <pc:spChg chg="mod">
          <ac:chgData name="Naveen Ramaswamy" userId="294402153de7d7c0" providerId="LiveId" clId="{5FB21455-9E63-4AD3-9452-3137CF771FEE}" dt="2021-07-16T16:43:28.786" v="1301"/>
          <ac:spMkLst>
            <pc:docMk/>
            <pc:sldMk cId="723474948" sldId="286"/>
            <ac:spMk id="29" creationId="{92312127-7348-4CD2-B16A-11CB586DDCEA}"/>
          </ac:spMkLst>
        </pc:spChg>
        <pc:spChg chg="mod">
          <ac:chgData name="Naveen Ramaswamy" userId="294402153de7d7c0" providerId="LiveId" clId="{5FB21455-9E63-4AD3-9452-3137CF771FEE}" dt="2021-07-16T16:43:28.786" v="1301"/>
          <ac:spMkLst>
            <pc:docMk/>
            <pc:sldMk cId="723474948" sldId="286"/>
            <ac:spMk id="30" creationId="{EEE5A6D8-FA09-4599-AAC6-3016F1D34B5E}"/>
          </ac:spMkLst>
        </pc:spChg>
        <pc:spChg chg="mod">
          <ac:chgData name="Naveen Ramaswamy" userId="294402153de7d7c0" providerId="LiveId" clId="{5FB21455-9E63-4AD3-9452-3137CF771FEE}" dt="2021-07-16T16:43:28.786" v="1301"/>
          <ac:spMkLst>
            <pc:docMk/>
            <pc:sldMk cId="723474948" sldId="286"/>
            <ac:spMk id="31" creationId="{24E94AB1-9452-442A-A2B0-7555BE5F8EEF}"/>
          </ac:spMkLst>
        </pc:spChg>
        <pc:spChg chg="mod">
          <ac:chgData name="Naveen Ramaswamy" userId="294402153de7d7c0" providerId="LiveId" clId="{5FB21455-9E63-4AD3-9452-3137CF771FEE}" dt="2021-07-16T16:43:28.786" v="1301"/>
          <ac:spMkLst>
            <pc:docMk/>
            <pc:sldMk cId="723474948" sldId="286"/>
            <ac:spMk id="32" creationId="{919AFE0E-843C-4D8E-AD0B-335ADE1C8FCF}"/>
          </ac:spMkLst>
        </pc:spChg>
        <pc:spChg chg="mod">
          <ac:chgData name="Naveen Ramaswamy" userId="294402153de7d7c0" providerId="LiveId" clId="{5FB21455-9E63-4AD3-9452-3137CF771FEE}" dt="2021-07-16T16:43:28.786" v="1301"/>
          <ac:spMkLst>
            <pc:docMk/>
            <pc:sldMk cId="723474948" sldId="286"/>
            <ac:spMk id="33" creationId="{8DA97B32-B8E9-4574-AF46-B20196FFA136}"/>
          </ac:spMkLst>
        </pc:spChg>
        <pc:spChg chg="mod">
          <ac:chgData name="Naveen Ramaswamy" userId="294402153de7d7c0" providerId="LiveId" clId="{5FB21455-9E63-4AD3-9452-3137CF771FEE}" dt="2021-07-16T16:43:28.786" v="1301"/>
          <ac:spMkLst>
            <pc:docMk/>
            <pc:sldMk cId="723474948" sldId="286"/>
            <ac:spMk id="34" creationId="{C84BECEA-8B36-4F35-AD5E-1B34E9315560}"/>
          </ac:spMkLst>
        </pc:spChg>
        <pc:spChg chg="mod">
          <ac:chgData name="Naveen Ramaswamy" userId="294402153de7d7c0" providerId="LiveId" clId="{5FB21455-9E63-4AD3-9452-3137CF771FEE}" dt="2021-07-16T16:43:28.786" v="1301"/>
          <ac:spMkLst>
            <pc:docMk/>
            <pc:sldMk cId="723474948" sldId="286"/>
            <ac:spMk id="35" creationId="{8F7773DA-3242-48F1-8E59-948CEEDA3CA4}"/>
          </ac:spMkLst>
        </pc:spChg>
        <pc:spChg chg="mod">
          <ac:chgData name="Naveen Ramaswamy" userId="294402153de7d7c0" providerId="LiveId" clId="{5FB21455-9E63-4AD3-9452-3137CF771FEE}" dt="2021-07-16T16:43:28.786" v="1301"/>
          <ac:spMkLst>
            <pc:docMk/>
            <pc:sldMk cId="723474948" sldId="286"/>
            <ac:spMk id="36" creationId="{989AD5CC-2670-4E52-975D-E2D58351B7C4}"/>
          </ac:spMkLst>
        </pc:spChg>
        <pc:spChg chg="mod">
          <ac:chgData name="Naveen Ramaswamy" userId="294402153de7d7c0" providerId="LiveId" clId="{5FB21455-9E63-4AD3-9452-3137CF771FEE}" dt="2021-07-16T16:43:28.786" v="1301"/>
          <ac:spMkLst>
            <pc:docMk/>
            <pc:sldMk cId="723474948" sldId="286"/>
            <ac:spMk id="37" creationId="{7496FE84-8A58-4168-89B2-D95EBDE45D64}"/>
          </ac:spMkLst>
        </pc:spChg>
        <pc:spChg chg="mod">
          <ac:chgData name="Naveen Ramaswamy" userId="294402153de7d7c0" providerId="LiveId" clId="{5FB21455-9E63-4AD3-9452-3137CF771FEE}" dt="2021-07-16T16:43:28.786" v="1301"/>
          <ac:spMkLst>
            <pc:docMk/>
            <pc:sldMk cId="723474948" sldId="286"/>
            <ac:spMk id="38" creationId="{0FFA9DEC-34C8-45A1-A914-69AE6F93E6CA}"/>
          </ac:spMkLst>
        </pc:spChg>
        <pc:spChg chg="mod">
          <ac:chgData name="Naveen Ramaswamy" userId="294402153de7d7c0" providerId="LiveId" clId="{5FB21455-9E63-4AD3-9452-3137CF771FEE}" dt="2021-07-16T16:43:28.786" v="1301"/>
          <ac:spMkLst>
            <pc:docMk/>
            <pc:sldMk cId="723474948" sldId="286"/>
            <ac:spMk id="39" creationId="{AEC49BD9-B1C7-45BE-BC5C-B36238BA8E6D}"/>
          </ac:spMkLst>
        </pc:spChg>
        <pc:spChg chg="mod">
          <ac:chgData name="Naveen Ramaswamy" userId="294402153de7d7c0" providerId="LiveId" clId="{5FB21455-9E63-4AD3-9452-3137CF771FEE}" dt="2021-07-16T16:43:28.786" v="1301"/>
          <ac:spMkLst>
            <pc:docMk/>
            <pc:sldMk cId="723474948" sldId="286"/>
            <ac:spMk id="40" creationId="{D8020469-7F35-4912-B4C4-9A43726F1413}"/>
          </ac:spMkLst>
        </pc:spChg>
        <pc:spChg chg="mod">
          <ac:chgData name="Naveen Ramaswamy" userId="294402153de7d7c0" providerId="LiveId" clId="{5FB21455-9E63-4AD3-9452-3137CF771FEE}" dt="2021-07-16T16:43:28.786" v="1301"/>
          <ac:spMkLst>
            <pc:docMk/>
            <pc:sldMk cId="723474948" sldId="286"/>
            <ac:spMk id="41" creationId="{2F2EFAB6-97E1-4116-A579-0D9F7143AEC0}"/>
          </ac:spMkLst>
        </pc:spChg>
        <pc:spChg chg="mod">
          <ac:chgData name="Naveen Ramaswamy" userId="294402153de7d7c0" providerId="LiveId" clId="{5FB21455-9E63-4AD3-9452-3137CF771FEE}" dt="2021-07-16T16:43:28.786" v="1301"/>
          <ac:spMkLst>
            <pc:docMk/>
            <pc:sldMk cId="723474948" sldId="286"/>
            <ac:spMk id="42" creationId="{57E5CA19-C86B-48FE-B23E-6F79C9FB00B8}"/>
          </ac:spMkLst>
        </pc:spChg>
        <pc:spChg chg="mod">
          <ac:chgData name="Naveen Ramaswamy" userId="294402153de7d7c0" providerId="LiveId" clId="{5FB21455-9E63-4AD3-9452-3137CF771FEE}" dt="2021-07-16T16:43:28.786" v="1301"/>
          <ac:spMkLst>
            <pc:docMk/>
            <pc:sldMk cId="723474948" sldId="286"/>
            <ac:spMk id="43" creationId="{ECA5D0D6-4C66-48A2-897A-846CDA89D7FD}"/>
          </ac:spMkLst>
        </pc:spChg>
        <pc:spChg chg="mod">
          <ac:chgData name="Naveen Ramaswamy" userId="294402153de7d7c0" providerId="LiveId" clId="{5FB21455-9E63-4AD3-9452-3137CF771FEE}" dt="2021-07-16T16:43:28.786" v="1301"/>
          <ac:spMkLst>
            <pc:docMk/>
            <pc:sldMk cId="723474948" sldId="286"/>
            <ac:spMk id="44" creationId="{90A84AA6-0070-42E1-B8A0-A1AD7DD6AED5}"/>
          </ac:spMkLst>
        </pc:spChg>
        <pc:spChg chg="mod">
          <ac:chgData name="Naveen Ramaswamy" userId="294402153de7d7c0" providerId="LiveId" clId="{5FB21455-9E63-4AD3-9452-3137CF771FEE}" dt="2021-07-16T16:43:28.786" v="1301"/>
          <ac:spMkLst>
            <pc:docMk/>
            <pc:sldMk cId="723474948" sldId="286"/>
            <ac:spMk id="45" creationId="{094E3BB5-0A45-455C-83D7-4F9256EB7119}"/>
          </ac:spMkLst>
        </pc:spChg>
        <pc:spChg chg="mod">
          <ac:chgData name="Naveen Ramaswamy" userId="294402153de7d7c0" providerId="LiveId" clId="{5FB21455-9E63-4AD3-9452-3137CF771FEE}" dt="2021-07-16T16:43:28.786" v="1301"/>
          <ac:spMkLst>
            <pc:docMk/>
            <pc:sldMk cId="723474948" sldId="286"/>
            <ac:spMk id="46" creationId="{19F739ED-72BA-4071-A73F-17D045496738}"/>
          </ac:spMkLst>
        </pc:spChg>
        <pc:spChg chg="del mod">
          <ac:chgData name="Naveen Ramaswamy" userId="294402153de7d7c0" providerId="LiveId" clId="{5FB21455-9E63-4AD3-9452-3137CF771FEE}" dt="2021-07-18T11:43:47.721" v="1479" actId="478"/>
          <ac:spMkLst>
            <pc:docMk/>
            <pc:sldMk cId="723474948" sldId="286"/>
            <ac:spMk id="49" creationId="{AF577EF3-CD1A-4D83-A2C3-90B4F0C080D3}"/>
          </ac:spMkLst>
        </pc:spChg>
        <pc:spChg chg="del mod">
          <ac:chgData name="Naveen Ramaswamy" userId="294402153de7d7c0" providerId="LiveId" clId="{5FB21455-9E63-4AD3-9452-3137CF771FEE}" dt="2021-07-18T11:43:50.898" v="1480" actId="478"/>
          <ac:spMkLst>
            <pc:docMk/>
            <pc:sldMk cId="723474948" sldId="286"/>
            <ac:spMk id="50" creationId="{61A5D7CF-763A-4AE0-8048-E65FD56F6D0B}"/>
          </ac:spMkLst>
        </pc:spChg>
        <pc:spChg chg="del mod">
          <ac:chgData name="Naveen Ramaswamy" userId="294402153de7d7c0" providerId="LiveId" clId="{5FB21455-9E63-4AD3-9452-3137CF771FEE}" dt="2021-07-18T11:43:58.100" v="1481" actId="478"/>
          <ac:spMkLst>
            <pc:docMk/>
            <pc:sldMk cId="723474948" sldId="286"/>
            <ac:spMk id="51" creationId="{11EEC48A-9BAA-48AC-8D0C-733C3151E7E6}"/>
          </ac:spMkLst>
        </pc:spChg>
        <pc:spChg chg="mod">
          <ac:chgData name="Naveen Ramaswamy" userId="294402153de7d7c0" providerId="LiveId" clId="{5FB21455-9E63-4AD3-9452-3137CF771FEE}" dt="2021-07-16T16:43:36.607" v="1303"/>
          <ac:spMkLst>
            <pc:docMk/>
            <pc:sldMk cId="723474948" sldId="286"/>
            <ac:spMk id="52" creationId="{24DE7477-4667-49ED-9AC0-A5668CECEBF3}"/>
          </ac:spMkLst>
        </pc:spChg>
        <pc:spChg chg="mod">
          <ac:chgData name="Naveen Ramaswamy" userId="294402153de7d7c0" providerId="LiveId" clId="{5FB21455-9E63-4AD3-9452-3137CF771FEE}" dt="2021-07-16T16:43:36.607" v="1303"/>
          <ac:spMkLst>
            <pc:docMk/>
            <pc:sldMk cId="723474948" sldId="286"/>
            <ac:spMk id="53" creationId="{F0AD6E40-A4AF-45D1-93A5-7131EBFC0A76}"/>
          </ac:spMkLst>
        </pc:spChg>
        <pc:spChg chg="mod">
          <ac:chgData name="Naveen Ramaswamy" userId="294402153de7d7c0" providerId="LiveId" clId="{5FB21455-9E63-4AD3-9452-3137CF771FEE}" dt="2021-07-16T16:43:36.607" v="1303"/>
          <ac:spMkLst>
            <pc:docMk/>
            <pc:sldMk cId="723474948" sldId="286"/>
            <ac:spMk id="54" creationId="{4454654C-19DC-4168-B365-0DF3DEEFF891}"/>
          </ac:spMkLst>
        </pc:spChg>
        <pc:spChg chg="mod">
          <ac:chgData name="Naveen Ramaswamy" userId="294402153de7d7c0" providerId="LiveId" clId="{5FB21455-9E63-4AD3-9452-3137CF771FEE}" dt="2021-07-16T16:43:36.607" v="1303"/>
          <ac:spMkLst>
            <pc:docMk/>
            <pc:sldMk cId="723474948" sldId="286"/>
            <ac:spMk id="55" creationId="{A35D4129-E39C-4577-9499-F4B08F10BE1F}"/>
          </ac:spMkLst>
        </pc:spChg>
        <pc:spChg chg="mod">
          <ac:chgData name="Naveen Ramaswamy" userId="294402153de7d7c0" providerId="LiveId" clId="{5FB21455-9E63-4AD3-9452-3137CF771FEE}" dt="2021-07-16T16:46:07.850" v="1321" actId="1076"/>
          <ac:spMkLst>
            <pc:docMk/>
            <pc:sldMk cId="723474948" sldId="286"/>
            <ac:spMk id="62" creationId="{A56C89E8-CC90-4194-A313-F3C65A863E43}"/>
          </ac:spMkLst>
        </pc:spChg>
        <pc:spChg chg="mod">
          <ac:chgData name="Naveen Ramaswamy" userId="294402153de7d7c0" providerId="LiveId" clId="{5FB21455-9E63-4AD3-9452-3137CF771FEE}" dt="2021-07-16T16:45:45.692" v="1319" actId="14100"/>
          <ac:spMkLst>
            <pc:docMk/>
            <pc:sldMk cId="723474948" sldId="286"/>
            <ac:spMk id="63" creationId="{F6FBCB4A-EB2F-4817-82F6-411C333AE5F3}"/>
          </ac:spMkLst>
        </pc:spChg>
        <pc:spChg chg="mod">
          <ac:chgData name="Naveen Ramaswamy" userId="294402153de7d7c0" providerId="LiveId" clId="{5FB21455-9E63-4AD3-9452-3137CF771FEE}" dt="2021-07-16T16:43:36.607" v="1303"/>
          <ac:spMkLst>
            <pc:docMk/>
            <pc:sldMk cId="723474948" sldId="286"/>
            <ac:spMk id="70" creationId="{E83DF4EE-9DD2-4965-BBF5-8F6962239F84}"/>
          </ac:spMkLst>
        </pc:spChg>
        <pc:spChg chg="mod">
          <ac:chgData name="Naveen Ramaswamy" userId="294402153de7d7c0" providerId="LiveId" clId="{5FB21455-9E63-4AD3-9452-3137CF771FEE}" dt="2021-07-16T16:43:36.607" v="1303"/>
          <ac:spMkLst>
            <pc:docMk/>
            <pc:sldMk cId="723474948" sldId="286"/>
            <ac:spMk id="71" creationId="{1C753544-73DB-4AA7-91CC-96A1FE3F7199}"/>
          </ac:spMkLst>
        </pc:spChg>
        <pc:spChg chg="mod">
          <ac:chgData name="Naveen Ramaswamy" userId="294402153de7d7c0" providerId="LiveId" clId="{5FB21455-9E63-4AD3-9452-3137CF771FEE}" dt="2021-07-16T16:43:36.607" v="1303"/>
          <ac:spMkLst>
            <pc:docMk/>
            <pc:sldMk cId="723474948" sldId="286"/>
            <ac:spMk id="72" creationId="{9A50C8C8-CEA2-4898-8900-3ADD3424BE78}"/>
          </ac:spMkLst>
        </pc:spChg>
        <pc:spChg chg="mod">
          <ac:chgData name="Naveen Ramaswamy" userId="294402153de7d7c0" providerId="LiveId" clId="{5FB21455-9E63-4AD3-9452-3137CF771FEE}" dt="2021-07-16T16:43:36.607" v="1303"/>
          <ac:spMkLst>
            <pc:docMk/>
            <pc:sldMk cId="723474948" sldId="286"/>
            <ac:spMk id="73" creationId="{FEC293F1-F6E0-4FB5-9DE9-1C8F194FA4C5}"/>
          </ac:spMkLst>
        </pc:spChg>
        <pc:spChg chg="mod">
          <ac:chgData name="Naveen Ramaswamy" userId="294402153de7d7c0" providerId="LiveId" clId="{5FB21455-9E63-4AD3-9452-3137CF771FEE}" dt="2021-07-16T16:43:36.607" v="1303"/>
          <ac:spMkLst>
            <pc:docMk/>
            <pc:sldMk cId="723474948" sldId="286"/>
            <ac:spMk id="74" creationId="{756539E8-D8FE-4B53-B225-A9CB0D35AC05}"/>
          </ac:spMkLst>
        </pc:spChg>
        <pc:spChg chg="mod">
          <ac:chgData name="Naveen Ramaswamy" userId="294402153de7d7c0" providerId="LiveId" clId="{5FB21455-9E63-4AD3-9452-3137CF771FEE}" dt="2021-07-16T16:43:36.607" v="1303"/>
          <ac:spMkLst>
            <pc:docMk/>
            <pc:sldMk cId="723474948" sldId="286"/>
            <ac:spMk id="75" creationId="{75F568A4-F7BD-475F-9B20-BA80F319DE61}"/>
          </ac:spMkLst>
        </pc:spChg>
        <pc:spChg chg="mod">
          <ac:chgData name="Naveen Ramaswamy" userId="294402153de7d7c0" providerId="LiveId" clId="{5FB21455-9E63-4AD3-9452-3137CF771FEE}" dt="2021-07-16T16:43:58.456" v="1305" actId="207"/>
          <ac:spMkLst>
            <pc:docMk/>
            <pc:sldMk cId="723474948" sldId="286"/>
            <ac:spMk id="76" creationId="{745871F2-77CC-4766-8AD5-B4B1256C284E}"/>
          </ac:spMkLst>
        </pc:spChg>
        <pc:spChg chg="mod">
          <ac:chgData name="Naveen Ramaswamy" userId="294402153de7d7c0" providerId="LiveId" clId="{5FB21455-9E63-4AD3-9452-3137CF771FEE}" dt="2021-07-16T16:43:36.607" v="1303"/>
          <ac:spMkLst>
            <pc:docMk/>
            <pc:sldMk cId="723474948" sldId="286"/>
            <ac:spMk id="77" creationId="{57C0D397-B1F3-4651-B6FF-965B8CA04F5E}"/>
          </ac:spMkLst>
        </pc:spChg>
        <pc:spChg chg="mod">
          <ac:chgData name="Naveen Ramaswamy" userId="294402153de7d7c0" providerId="LiveId" clId="{5FB21455-9E63-4AD3-9452-3137CF771FEE}" dt="2021-07-16T16:43:36.607" v="1303"/>
          <ac:spMkLst>
            <pc:docMk/>
            <pc:sldMk cId="723474948" sldId="286"/>
            <ac:spMk id="78" creationId="{E841C44E-0F66-452A-A9FD-9D9E13249318}"/>
          </ac:spMkLst>
        </pc:spChg>
        <pc:spChg chg="mod">
          <ac:chgData name="Naveen Ramaswamy" userId="294402153de7d7c0" providerId="LiveId" clId="{5FB21455-9E63-4AD3-9452-3137CF771FEE}" dt="2021-07-16T16:43:36.607" v="1303"/>
          <ac:spMkLst>
            <pc:docMk/>
            <pc:sldMk cId="723474948" sldId="286"/>
            <ac:spMk id="79" creationId="{A1314633-3DC0-487F-9703-920A203CC4A4}"/>
          </ac:spMkLst>
        </pc:spChg>
        <pc:spChg chg="mod">
          <ac:chgData name="Naveen Ramaswamy" userId="294402153de7d7c0" providerId="LiveId" clId="{5FB21455-9E63-4AD3-9452-3137CF771FEE}" dt="2021-07-16T16:43:36.607" v="1303"/>
          <ac:spMkLst>
            <pc:docMk/>
            <pc:sldMk cId="723474948" sldId="286"/>
            <ac:spMk id="80" creationId="{38EB8D87-F1C1-4880-84D0-ED327A199147}"/>
          </ac:spMkLst>
        </pc:spChg>
        <pc:spChg chg="mod">
          <ac:chgData name="Naveen Ramaswamy" userId="294402153de7d7c0" providerId="LiveId" clId="{5FB21455-9E63-4AD3-9452-3137CF771FEE}" dt="2021-07-16T16:43:36.607" v="1303"/>
          <ac:spMkLst>
            <pc:docMk/>
            <pc:sldMk cId="723474948" sldId="286"/>
            <ac:spMk id="81" creationId="{D276F9DF-3A61-4562-95A4-50B52655172F}"/>
          </ac:spMkLst>
        </pc:spChg>
        <pc:spChg chg="mod">
          <ac:chgData name="Naveen Ramaswamy" userId="294402153de7d7c0" providerId="LiveId" clId="{5FB21455-9E63-4AD3-9452-3137CF771FEE}" dt="2021-07-16T16:43:36.607" v="1303"/>
          <ac:spMkLst>
            <pc:docMk/>
            <pc:sldMk cId="723474948" sldId="286"/>
            <ac:spMk id="82" creationId="{8E13627D-8FCF-47E6-82F5-4D8FD028B67D}"/>
          </ac:spMkLst>
        </pc:spChg>
        <pc:spChg chg="mod">
          <ac:chgData name="Naveen Ramaswamy" userId="294402153de7d7c0" providerId="LiveId" clId="{5FB21455-9E63-4AD3-9452-3137CF771FEE}" dt="2021-07-16T16:43:36.607" v="1303"/>
          <ac:spMkLst>
            <pc:docMk/>
            <pc:sldMk cId="723474948" sldId="286"/>
            <ac:spMk id="83" creationId="{D364FA22-D381-486E-AF50-16DA6AE80869}"/>
          </ac:spMkLst>
        </pc:spChg>
        <pc:spChg chg="mod">
          <ac:chgData name="Naveen Ramaswamy" userId="294402153de7d7c0" providerId="LiveId" clId="{5FB21455-9E63-4AD3-9452-3137CF771FEE}" dt="2021-07-16T16:43:36.607" v="1303"/>
          <ac:spMkLst>
            <pc:docMk/>
            <pc:sldMk cId="723474948" sldId="286"/>
            <ac:spMk id="84" creationId="{DFA5E653-CDA6-4666-81C9-7DB1691021B0}"/>
          </ac:spMkLst>
        </pc:spChg>
        <pc:spChg chg="mod">
          <ac:chgData name="Naveen Ramaswamy" userId="294402153de7d7c0" providerId="LiveId" clId="{5FB21455-9E63-4AD3-9452-3137CF771FEE}" dt="2021-07-16T16:43:36.607" v="1303"/>
          <ac:spMkLst>
            <pc:docMk/>
            <pc:sldMk cId="723474948" sldId="286"/>
            <ac:spMk id="85" creationId="{4E249F1C-1BA5-44C5-BB3B-50E50BDCDCC3}"/>
          </ac:spMkLst>
        </pc:spChg>
        <pc:spChg chg="mod">
          <ac:chgData name="Naveen Ramaswamy" userId="294402153de7d7c0" providerId="LiveId" clId="{5FB21455-9E63-4AD3-9452-3137CF771FEE}" dt="2021-07-16T16:43:36.607" v="1303"/>
          <ac:spMkLst>
            <pc:docMk/>
            <pc:sldMk cId="723474948" sldId="286"/>
            <ac:spMk id="86" creationId="{E3D848A4-720E-4FF7-ABD2-A2B018E27C35}"/>
          </ac:spMkLst>
        </pc:spChg>
        <pc:spChg chg="mod">
          <ac:chgData name="Naveen Ramaswamy" userId="294402153de7d7c0" providerId="LiveId" clId="{5FB21455-9E63-4AD3-9452-3137CF771FEE}" dt="2021-07-16T16:45:10.530" v="1313" actId="207"/>
          <ac:spMkLst>
            <pc:docMk/>
            <pc:sldMk cId="723474948" sldId="286"/>
            <ac:spMk id="87" creationId="{C4F7991D-E9F1-4D83-BC93-955B0597A4A2}"/>
          </ac:spMkLst>
        </pc:spChg>
        <pc:spChg chg="mod">
          <ac:chgData name="Naveen Ramaswamy" userId="294402153de7d7c0" providerId="LiveId" clId="{5FB21455-9E63-4AD3-9452-3137CF771FEE}" dt="2021-07-16T16:45:10.530" v="1313" actId="207"/>
          <ac:spMkLst>
            <pc:docMk/>
            <pc:sldMk cId="723474948" sldId="286"/>
            <ac:spMk id="88" creationId="{C735C046-F122-4F04-8109-B85E07994260}"/>
          </ac:spMkLst>
        </pc:spChg>
        <pc:spChg chg="mod">
          <ac:chgData name="Naveen Ramaswamy" userId="294402153de7d7c0" providerId="LiveId" clId="{5FB21455-9E63-4AD3-9452-3137CF771FEE}" dt="2021-07-16T16:43:36.607" v="1303"/>
          <ac:spMkLst>
            <pc:docMk/>
            <pc:sldMk cId="723474948" sldId="286"/>
            <ac:spMk id="89" creationId="{DDA7679E-BC25-491B-9B0C-1F3B614D23BB}"/>
          </ac:spMkLst>
        </pc:spChg>
        <pc:spChg chg="add mod">
          <ac:chgData name="Naveen Ramaswamy" userId="294402153de7d7c0" providerId="LiveId" clId="{5FB21455-9E63-4AD3-9452-3137CF771FEE}" dt="2021-07-18T11:45:04.067" v="1508" actId="164"/>
          <ac:spMkLst>
            <pc:docMk/>
            <pc:sldMk cId="723474948" sldId="286"/>
            <ac:spMk id="91" creationId="{257EEF2D-F6A9-463B-AA59-246606E7B501}"/>
          </ac:spMkLst>
        </pc:spChg>
        <pc:spChg chg="add mod">
          <ac:chgData name="Naveen Ramaswamy" userId="294402153de7d7c0" providerId="LiveId" clId="{5FB21455-9E63-4AD3-9452-3137CF771FEE}" dt="2021-07-18T12:09:00.340" v="2462" actId="20577"/>
          <ac:spMkLst>
            <pc:docMk/>
            <pc:sldMk cId="723474948" sldId="286"/>
            <ac:spMk id="92" creationId="{68FB17A9-21F6-43C0-A201-425DBA5F925A}"/>
          </ac:spMkLst>
        </pc:spChg>
        <pc:spChg chg="add mod">
          <ac:chgData name="Naveen Ramaswamy" userId="294402153de7d7c0" providerId="LiveId" clId="{5FB21455-9E63-4AD3-9452-3137CF771FEE}" dt="2021-07-18T11:45:52.778" v="1512" actId="164"/>
          <ac:spMkLst>
            <pc:docMk/>
            <pc:sldMk cId="723474948" sldId="286"/>
            <ac:spMk id="93" creationId="{20E788F0-815A-4EE5-8546-19C05E70782A}"/>
          </ac:spMkLst>
        </pc:spChg>
        <pc:spChg chg="add mod">
          <ac:chgData name="Naveen Ramaswamy" userId="294402153de7d7c0" providerId="LiveId" clId="{5FB21455-9E63-4AD3-9452-3137CF771FEE}" dt="2021-07-18T11:45:52.778" v="1512" actId="164"/>
          <ac:spMkLst>
            <pc:docMk/>
            <pc:sldMk cId="723474948" sldId="286"/>
            <ac:spMk id="94" creationId="{357C841E-883D-43F0-AE96-8883CE4B410E}"/>
          </ac:spMkLst>
        </pc:spChg>
        <pc:spChg chg="add mod">
          <ac:chgData name="Naveen Ramaswamy" userId="294402153de7d7c0" providerId="LiveId" clId="{5FB21455-9E63-4AD3-9452-3137CF771FEE}" dt="2021-07-18T11:45:52.778" v="1512" actId="164"/>
          <ac:spMkLst>
            <pc:docMk/>
            <pc:sldMk cId="723474948" sldId="286"/>
            <ac:spMk id="95" creationId="{0CADDCCA-AED1-474B-9424-28AA9002F61F}"/>
          </ac:spMkLst>
        </pc:spChg>
        <pc:spChg chg="add mod">
          <ac:chgData name="Naveen Ramaswamy" userId="294402153de7d7c0" providerId="LiveId" clId="{5FB21455-9E63-4AD3-9452-3137CF771FEE}" dt="2021-07-18T11:45:52.778" v="1512" actId="164"/>
          <ac:spMkLst>
            <pc:docMk/>
            <pc:sldMk cId="723474948" sldId="286"/>
            <ac:spMk id="96" creationId="{F226B3E5-DD20-4293-A1BB-978C359784A5}"/>
          </ac:spMkLst>
        </pc:spChg>
        <pc:spChg chg="add mod">
          <ac:chgData name="Naveen Ramaswamy" userId="294402153de7d7c0" providerId="LiveId" clId="{5FB21455-9E63-4AD3-9452-3137CF771FEE}" dt="2021-07-18T12:32:09.894" v="2671" actId="1076"/>
          <ac:spMkLst>
            <pc:docMk/>
            <pc:sldMk cId="723474948" sldId="286"/>
            <ac:spMk id="97" creationId="{565C7854-D151-4D18-9985-F96D2A4CC8B4}"/>
          </ac:spMkLst>
        </pc:spChg>
        <pc:spChg chg="add mod">
          <ac:chgData name="Naveen Ramaswamy" userId="294402153de7d7c0" providerId="LiveId" clId="{5FB21455-9E63-4AD3-9452-3137CF771FEE}" dt="2021-07-16T16:47:36.538" v="1345" actId="164"/>
          <ac:spMkLst>
            <pc:docMk/>
            <pc:sldMk cId="723474948" sldId="286"/>
            <ac:spMk id="101" creationId="{8F4917B0-4D03-437F-98DD-7E70B2AC933F}"/>
          </ac:spMkLst>
        </pc:spChg>
        <pc:spChg chg="add mod">
          <ac:chgData name="Naveen Ramaswamy" userId="294402153de7d7c0" providerId="LiveId" clId="{5FB21455-9E63-4AD3-9452-3137CF771FEE}" dt="2021-07-16T16:52:26.209" v="1399" actId="1076"/>
          <ac:spMkLst>
            <pc:docMk/>
            <pc:sldMk cId="723474948" sldId="286"/>
            <ac:spMk id="102" creationId="{D9634409-161B-4143-8324-B8280517309C}"/>
          </ac:spMkLst>
        </pc:spChg>
        <pc:grpChg chg="add mod">
          <ac:chgData name="Naveen Ramaswamy" userId="294402153de7d7c0" providerId="LiveId" clId="{5FB21455-9E63-4AD3-9452-3137CF771FEE}" dt="2021-07-18T11:46:13.243" v="1515" actId="164"/>
          <ac:grpSpMkLst>
            <pc:docMk/>
            <pc:sldMk cId="723474948" sldId="286"/>
            <ac:grpSpMk id="2" creationId="{87DC7AA8-0293-4C06-BC72-1DF44DA740DF}"/>
          </ac:grpSpMkLst>
        </pc:grpChg>
        <pc:grpChg chg="add mod">
          <ac:chgData name="Naveen Ramaswamy" userId="294402153de7d7c0" providerId="LiveId" clId="{5FB21455-9E63-4AD3-9452-3137CF771FEE}" dt="2021-07-18T11:46:13.243" v="1515" actId="164"/>
          <ac:grpSpMkLst>
            <pc:docMk/>
            <pc:sldMk cId="723474948" sldId="286"/>
            <ac:grpSpMk id="3" creationId="{36B8866F-D451-4BF6-9C25-449405C261F4}"/>
          </ac:grpSpMkLst>
        </pc:grpChg>
        <pc:grpChg chg="add mod">
          <ac:chgData name="Naveen Ramaswamy" userId="294402153de7d7c0" providerId="LiveId" clId="{5FB21455-9E63-4AD3-9452-3137CF771FEE}" dt="2021-07-16T16:47:36.538" v="1345" actId="164"/>
          <ac:grpSpMkLst>
            <pc:docMk/>
            <pc:sldMk cId="723474948" sldId="286"/>
            <ac:grpSpMk id="4" creationId="{FEF79D3E-C014-4551-B39B-8042DCA8906F}"/>
          </ac:grpSpMkLst>
        </pc:grpChg>
        <pc:grpChg chg="mod">
          <ac:chgData name="Naveen Ramaswamy" userId="294402153de7d7c0" providerId="LiveId" clId="{5FB21455-9E63-4AD3-9452-3137CF771FEE}" dt="2021-07-16T16:43:28.786" v="1301"/>
          <ac:grpSpMkLst>
            <pc:docMk/>
            <pc:sldMk cId="723474948" sldId="286"/>
            <ac:grpSpMk id="5" creationId="{EF85F06C-EB50-4A71-B3EA-6731C2EDDFAD}"/>
          </ac:grpSpMkLst>
        </pc:grpChg>
        <pc:grpChg chg="mod">
          <ac:chgData name="Naveen Ramaswamy" userId="294402153de7d7c0" providerId="LiveId" clId="{5FB21455-9E63-4AD3-9452-3137CF771FEE}" dt="2021-07-16T16:43:28.786" v="1301"/>
          <ac:grpSpMkLst>
            <pc:docMk/>
            <pc:sldMk cId="723474948" sldId="286"/>
            <ac:grpSpMk id="13" creationId="{3F5EC918-2845-4547-837D-A9EAB598AC1D}"/>
          </ac:grpSpMkLst>
        </pc:grpChg>
        <pc:grpChg chg="mod">
          <ac:chgData name="Naveen Ramaswamy" userId="294402153de7d7c0" providerId="LiveId" clId="{5FB21455-9E63-4AD3-9452-3137CF771FEE}" dt="2021-07-16T16:43:28.786" v="1301"/>
          <ac:grpSpMkLst>
            <pc:docMk/>
            <pc:sldMk cId="723474948" sldId="286"/>
            <ac:grpSpMk id="14" creationId="{0DA43F74-63E3-4A8E-9084-FBD97F7F7756}"/>
          </ac:grpSpMkLst>
        </pc:grpChg>
        <pc:grpChg chg="mod">
          <ac:chgData name="Naveen Ramaswamy" userId="294402153de7d7c0" providerId="LiveId" clId="{5FB21455-9E63-4AD3-9452-3137CF771FEE}" dt="2021-07-16T16:43:28.786" v="1301"/>
          <ac:grpSpMkLst>
            <pc:docMk/>
            <pc:sldMk cId="723474948" sldId="286"/>
            <ac:grpSpMk id="23" creationId="{CB6689E2-65BE-4A0E-8107-B697827AA436}"/>
          </ac:grpSpMkLst>
        </pc:grpChg>
        <pc:grpChg chg="mod">
          <ac:chgData name="Naveen Ramaswamy" userId="294402153de7d7c0" providerId="LiveId" clId="{5FB21455-9E63-4AD3-9452-3137CF771FEE}" dt="2021-07-16T16:43:28.786" v="1301"/>
          <ac:grpSpMkLst>
            <pc:docMk/>
            <pc:sldMk cId="723474948" sldId="286"/>
            <ac:grpSpMk id="24" creationId="{B0F38ED1-3CA4-4067-9F30-77951E53FD5B}"/>
          </ac:grpSpMkLst>
        </pc:grpChg>
        <pc:grpChg chg="mod">
          <ac:chgData name="Naveen Ramaswamy" userId="294402153de7d7c0" providerId="LiveId" clId="{5FB21455-9E63-4AD3-9452-3137CF771FEE}" dt="2021-07-16T16:43:28.786" v="1301"/>
          <ac:grpSpMkLst>
            <pc:docMk/>
            <pc:sldMk cId="723474948" sldId="286"/>
            <ac:grpSpMk id="25" creationId="{DCDAD8E7-B58A-4F92-91F3-34F02E88A097}"/>
          </ac:grpSpMkLst>
        </pc:grpChg>
        <pc:grpChg chg="mod">
          <ac:chgData name="Naveen Ramaswamy" userId="294402153de7d7c0" providerId="LiveId" clId="{5FB21455-9E63-4AD3-9452-3137CF771FEE}" dt="2021-07-16T16:43:28.786" v="1301"/>
          <ac:grpSpMkLst>
            <pc:docMk/>
            <pc:sldMk cId="723474948" sldId="286"/>
            <ac:grpSpMk id="26" creationId="{E1B8168D-41F4-4FCE-950A-7005389DFFA2}"/>
          </ac:grpSpMkLst>
        </pc:grpChg>
        <pc:grpChg chg="add del mod">
          <ac:chgData name="Naveen Ramaswamy" userId="294402153de7d7c0" providerId="LiveId" clId="{5FB21455-9E63-4AD3-9452-3137CF771FEE}" dt="2021-07-18T11:43:58.100" v="1481" actId="478"/>
          <ac:grpSpMkLst>
            <pc:docMk/>
            <pc:sldMk cId="723474948" sldId="286"/>
            <ac:grpSpMk id="47" creationId="{8E092310-AFCD-4F20-9501-FB962FF87F4A}"/>
          </ac:grpSpMkLst>
        </pc:grpChg>
        <pc:grpChg chg="mod">
          <ac:chgData name="Naveen Ramaswamy" userId="294402153de7d7c0" providerId="LiveId" clId="{5FB21455-9E63-4AD3-9452-3137CF771FEE}" dt="2021-07-16T16:43:36.607" v="1303"/>
          <ac:grpSpMkLst>
            <pc:docMk/>
            <pc:sldMk cId="723474948" sldId="286"/>
            <ac:grpSpMk id="48" creationId="{0309A479-1533-4DA9-9D2F-081DAAC73ED8}"/>
          </ac:grpSpMkLst>
        </pc:grpChg>
        <pc:grpChg chg="mod">
          <ac:chgData name="Naveen Ramaswamy" userId="294402153de7d7c0" providerId="LiveId" clId="{5FB21455-9E63-4AD3-9452-3137CF771FEE}" dt="2021-07-16T16:43:36.607" v="1303"/>
          <ac:grpSpMkLst>
            <pc:docMk/>
            <pc:sldMk cId="723474948" sldId="286"/>
            <ac:grpSpMk id="56" creationId="{8C14277C-A2E4-4FFD-840D-0BCC136124A1}"/>
          </ac:grpSpMkLst>
        </pc:grpChg>
        <pc:grpChg chg="mod">
          <ac:chgData name="Naveen Ramaswamy" userId="294402153de7d7c0" providerId="LiveId" clId="{5FB21455-9E63-4AD3-9452-3137CF771FEE}" dt="2021-07-16T16:43:36.607" v="1303"/>
          <ac:grpSpMkLst>
            <pc:docMk/>
            <pc:sldMk cId="723474948" sldId="286"/>
            <ac:grpSpMk id="57" creationId="{DCFDA2FD-8800-4513-A280-18FA99D28416}"/>
          </ac:grpSpMkLst>
        </pc:grpChg>
        <pc:grpChg chg="mod">
          <ac:chgData name="Naveen Ramaswamy" userId="294402153de7d7c0" providerId="LiveId" clId="{5FB21455-9E63-4AD3-9452-3137CF771FEE}" dt="2021-07-16T16:43:36.607" v="1303"/>
          <ac:grpSpMkLst>
            <pc:docMk/>
            <pc:sldMk cId="723474948" sldId="286"/>
            <ac:grpSpMk id="66" creationId="{4508F319-0851-40FB-8450-AFA280A48FC7}"/>
          </ac:grpSpMkLst>
        </pc:grpChg>
        <pc:grpChg chg="mod">
          <ac:chgData name="Naveen Ramaswamy" userId="294402153de7d7c0" providerId="LiveId" clId="{5FB21455-9E63-4AD3-9452-3137CF771FEE}" dt="2021-07-16T16:43:36.607" v="1303"/>
          <ac:grpSpMkLst>
            <pc:docMk/>
            <pc:sldMk cId="723474948" sldId="286"/>
            <ac:grpSpMk id="67" creationId="{D2E661E5-69D7-4A07-BC6B-76A14393EB62}"/>
          </ac:grpSpMkLst>
        </pc:grpChg>
        <pc:grpChg chg="mod">
          <ac:chgData name="Naveen Ramaswamy" userId="294402153de7d7c0" providerId="LiveId" clId="{5FB21455-9E63-4AD3-9452-3137CF771FEE}" dt="2021-07-16T16:43:36.607" v="1303"/>
          <ac:grpSpMkLst>
            <pc:docMk/>
            <pc:sldMk cId="723474948" sldId="286"/>
            <ac:grpSpMk id="68" creationId="{06C42E6A-DECC-4C51-A809-C71963045356}"/>
          </ac:grpSpMkLst>
        </pc:grpChg>
        <pc:grpChg chg="mod">
          <ac:chgData name="Naveen Ramaswamy" userId="294402153de7d7c0" providerId="LiveId" clId="{5FB21455-9E63-4AD3-9452-3137CF771FEE}" dt="2021-07-16T16:43:36.607" v="1303"/>
          <ac:grpSpMkLst>
            <pc:docMk/>
            <pc:sldMk cId="723474948" sldId="286"/>
            <ac:grpSpMk id="69" creationId="{023A8C04-CCCD-4839-9996-80CCF4CF9D97}"/>
          </ac:grpSpMkLst>
        </pc:grpChg>
        <pc:grpChg chg="add mod">
          <ac:chgData name="Naveen Ramaswamy" userId="294402153de7d7c0" providerId="LiveId" clId="{5FB21455-9E63-4AD3-9452-3137CF771FEE}" dt="2021-07-18T12:07:34.777" v="2369" actId="1076"/>
          <ac:grpSpMkLst>
            <pc:docMk/>
            <pc:sldMk cId="723474948" sldId="286"/>
            <ac:grpSpMk id="90" creationId="{CD82A7AB-4C1C-4F72-921E-5B649DF01CCF}"/>
          </ac:grpSpMkLst>
        </pc:grpChg>
        <pc:grpChg chg="add mod">
          <ac:chgData name="Naveen Ramaswamy" userId="294402153de7d7c0" providerId="LiveId" clId="{5FB21455-9E63-4AD3-9452-3137CF771FEE}" dt="2021-07-18T11:45:04.067" v="1508" actId="164"/>
          <ac:grpSpMkLst>
            <pc:docMk/>
            <pc:sldMk cId="723474948" sldId="286"/>
            <ac:grpSpMk id="103" creationId="{D3070DEC-55C3-4B47-823A-49F339E99EFC}"/>
          </ac:grpSpMkLst>
        </pc:grpChg>
        <pc:cxnChg chg="mod">
          <ac:chgData name="Naveen Ramaswamy" userId="294402153de7d7c0" providerId="LiveId" clId="{5FB21455-9E63-4AD3-9452-3137CF771FEE}" dt="2021-07-16T16:43:28.786" v="1301"/>
          <ac:cxnSpMkLst>
            <pc:docMk/>
            <pc:sldMk cId="723474948" sldId="286"/>
            <ac:cxnSpMk id="15" creationId="{027D64F7-660B-432F-AD92-981A06A3CD12}"/>
          </ac:cxnSpMkLst>
        </pc:cxnChg>
        <pc:cxnChg chg="mod">
          <ac:chgData name="Naveen Ramaswamy" userId="294402153de7d7c0" providerId="LiveId" clId="{5FB21455-9E63-4AD3-9452-3137CF771FEE}" dt="2021-07-16T16:43:28.786" v="1301"/>
          <ac:cxnSpMkLst>
            <pc:docMk/>
            <pc:sldMk cId="723474948" sldId="286"/>
            <ac:cxnSpMk id="16" creationId="{62F82D50-EA23-4968-B181-805283B51781}"/>
          </ac:cxnSpMkLst>
        </pc:cxnChg>
        <pc:cxnChg chg="mod">
          <ac:chgData name="Naveen Ramaswamy" userId="294402153de7d7c0" providerId="LiveId" clId="{5FB21455-9E63-4AD3-9452-3137CF771FEE}" dt="2021-07-16T16:43:28.786" v="1301"/>
          <ac:cxnSpMkLst>
            <pc:docMk/>
            <pc:sldMk cId="723474948" sldId="286"/>
            <ac:cxnSpMk id="17" creationId="{0DE9BDB2-DDAD-42AA-89F1-3E3A105345BD}"/>
          </ac:cxnSpMkLst>
        </pc:cxnChg>
        <pc:cxnChg chg="mod">
          <ac:chgData name="Naveen Ramaswamy" userId="294402153de7d7c0" providerId="LiveId" clId="{5FB21455-9E63-4AD3-9452-3137CF771FEE}" dt="2021-07-16T16:43:28.786" v="1301"/>
          <ac:cxnSpMkLst>
            <pc:docMk/>
            <pc:sldMk cId="723474948" sldId="286"/>
            <ac:cxnSpMk id="18" creationId="{9E8DA07B-370A-473E-9802-E69537142443}"/>
          </ac:cxnSpMkLst>
        </pc:cxnChg>
        <pc:cxnChg chg="mod">
          <ac:chgData name="Naveen Ramaswamy" userId="294402153de7d7c0" providerId="LiveId" clId="{5FB21455-9E63-4AD3-9452-3137CF771FEE}" dt="2021-07-16T16:43:28.786" v="1301"/>
          <ac:cxnSpMkLst>
            <pc:docMk/>
            <pc:sldMk cId="723474948" sldId="286"/>
            <ac:cxnSpMk id="21" creationId="{1F12CA35-62F5-48CD-BCA8-D7F777357F24}"/>
          </ac:cxnSpMkLst>
        </pc:cxnChg>
        <pc:cxnChg chg="mod">
          <ac:chgData name="Naveen Ramaswamy" userId="294402153de7d7c0" providerId="LiveId" clId="{5FB21455-9E63-4AD3-9452-3137CF771FEE}" dt="2021-07-16T16:43:28.786" v="1301"/>
          <ac:cxnSpMkLst>
            <pc:docMk/>
            <pc:sldMk cId="723474948" sldId="286"/>
            <ac:cxnSpMk id="22" creationId="{849AB7BA-427E-4FDB-8446-07ED13567AD1}"/>
          </ac:cxnSpMkLst>
        </pc:cxnChg>
        <pc:cxnChg chg="mod">
          <ac:chgData name="Naveen Ramaswamy" userId="294402153de7d7c0" providerId="LiveId" clId="{5FB21455-9E63-4AD3-9452-3137CF771FEE}" dt="2021-07-16T16:43:36.607" v="1303"/>
          <ac:cxnSpMkLst>
            <pc:docMk/>
            <pc:sldMk cId="723474948" sldId="286"/>
            <ac:cxnSpMk id="58" creationId="{9AB9BFBF-C86B-4B0C-B00E-F2AAD7BDC33E}"/>
          </ac:cxnSpMkLst>
        </pc:cxnChg>
        <pc:cxnChg chg="mod">
          <ac:chgData name="Naveen Ramaswamy" userId="294402153de7d7c0" providerId="LiveId" clId="{5FB21455-9E63-4AD3-9452-3137CF771FEE}" dt="2021-07-16T16:43:36.607" v="1303"/>
          <ac:cxnSpMkLst>
            <pc:docMk/>
            <pc:sldMk cId="723474948" sldId="286"/>
            <ac:cxnSpMk id="59" creationId="{162E8ED7-443D-4B55-A102-62C41773E72B}"/>
          </ac:cxnSpMkLst>
        </pc:cxnChg>
        <pc:cxnChg chg="mod">
          <ac:chgData name="Naveen Ramaswamy" userId="294402153de7d7c0" providerId="LiveId" clId="{5FB21455-9E63-4AD3-9452-3137CF771FEE}" dt="2021-07-16T16:43:36.607" v="1303"/>
          <ac:cxnSpMkLst>
            <pc:docMk/>
            <pc:sldMk cId="723474948" sldId="286"/>
            <ac:cxnSpMk id="60" creationId="{BD2AE7E2-D4DE-4193-B861-74D6FF91E806}"/>
          </ac:cxnSpMkLst>
        </pc:cxnChg>
        <pc:cxnChg chg="mod">
          <ac:chgData name="Naveen Ramaswamy" userId="294402153de7d7c0" providerId="LiveId" clId="{5FB21455-9E63-4AD3-9452-3137CF771FEE}" dt="2021-07-16T16:43:36.607" v="1303"/>
          <ac:cxnSpMkLst>
            <pc:docMk/>
            <pc:sldMk cId="723474948" sldId="286"/>
            <ac:cxnSpMk id="61" creationId="{FCEF2CAF-7D1C-42D8-9231-4449A3148605}"/>
          </ac:cxnSpMkLst>
        </pc:cxnChg>
        <pc:cxnChg chg="mod">
          <ac:chgData name="Naveen Ramaswamy" userId="294402153de7d7c0" providerId="LiveId" clId="{5FB21455-9E63-4AD3-9452-3137CF771FEE}" dt="2021-07-16T16:46:12.193" v="1322" actId="14100"/>
          <ac:cxnSpMkLst>
            <pc:docMk/>
            <pc:sldMk cId="723474948" sldId="286"/>
            <ac:cxnSpMk id="64" creationId="{24B70A31-97DD-4BEB-BE8F-317516E6A7EA}"/>
          </ac:cxnSpMkLst>
        </pc:cxnChg>
        <pc:cxnChg chg="mod">
          <ac:chgData name="Naveen Ramaswamy" userId="294402153de7d7c0" providerId="LiveId" clId="{5FB21455-9E63-4AD3-9452-3137CF771FEE}" dt="2021-07-16T16:45:45.692" v="1319" actId="14100"/>
          <ac:cxnSpMkLst>
            <pc:docMk/>
            <pc:sldMk cId="723474948" sldId="286"/>
            <ac:cxnSpMk id="65" creationId="{A8268A4E-2624-46D4-8BDF-15C8CF4A70F8}"/>
          </ac:cxnSpMkLst>
        </pc:cxnChg>
      </pc:sldChg>
      <pc:sldChg chg="delSp modSp new del mod">
        <pc:chgData name="Naveen Ramaswamy" userId="294402153de7d7c0" providerId="LiveId" clId="{5FB21455-9E63-4AD3-9452-3137CF771FEE}" dt="2021-07-16T16:51:35.243" v="1346" actId="47"/>
        <pc:sldMkLst>
          <pc:docMk/>
          <pc:sldMk cId="549793948" sldId="287"/>
        </pc:sldMkLst>
        <pc:spChg chg="del mod">
          <ac:chgData name="Naveen Ramaswamy" userId="294402153de7d7c0" providerId="LiveId" clId="{5FB21455-9E63-4AD3-9452-3137CF771FEE}" dt="2021-07-16T16:43:03.154" v="1298" actId="478"/>
          <ac:spMkLst>
            <pc:docMk/>
            <pc:sldMk cId="549793948" sldId="287"/>
            <ac:spMk id="2" creationId="{B56FEFBB-0576-4821-939E-AF8A5B5EE298}"/>
          </ac:spMkLst>
        </pc:spChg>
        <pc:spChg chg="del">
          <ac:chgData name="Naveen Ramaswamy" userId="294402153de7d7c0" providerId="LiveId" clId="{5FB21455-9E63-4AD3-9452-3137CF771FEE}" dt="2021-07-16T16:43:01.758" v="1296" actId="478"/>
          <ac:spMkLst>
            <pc:docMk/>
            <pc:sldMk cId="549793948" sldId="287"/>
            <ac:spMk id="3" creationId="{8F653818-DAC2-427B-BBD9-538C9336EE86}"/>
          </ac:spMkLst>
        </pc:spChg>
      </pc:sldChg>
      <pc:sldChg chg="addSp delSp modSp new mod">
        <pc:chgData name="Naveen Ramaswamy" userId="294402153de7d7c0" providerId="LiveId" clId="{5FB21455-9E63-4AD3-9452-3137CF771FEE}" dt="2021-07-18T17:31:38.843" v="5135" actId="20577"/>
        <pc:sldMkLst>
          <pc:docMk/>
          <pc:sldMk cId="583458146" sldId="287"/>
        </pc:sldMkLst>
        <pc:spChg chg="mod">
          <ac:chgData name="Naveen Ramaswamy" userId="294402153de7d7c0" providerId="LiveId" clId="{5FB21455-9E63-4AD3-9452-3137CF771FEE}" dt="2021-07-18T17:28:43.915" v="4903" actId="1076"/>
          <ac:spMkLst>
            <pc:docMk/>
            <pc:sldMk cId="583458146" sldId="287"/>
            <ac:spMk id="2" creationId="{E28B00E6-A6C2-41C9-8842-A4036813251A}"/>
          </ac:spMkLst>
        </pc:spChg>
        <pc:spChg chg="del">
          <ac:chgData name="Naveen Ramaswamy" userId="294402153de7d7c0" providerId="LiveId" clId="{5FB21455-9E63-4AD3-9452-3137CF771FEE}" dt="2021-07-18T12:32:33.791" v="2674" actId="478"/>
          <ac:spMkLst>
            <pc:docMk/>
            <pc:sldMk cId="583458146" sldId="287"/>
            <ac:spMk id="3" creationId="{F7BB2248-E50A-4BA3-A4D4-70503157F424}"/>
          </ac:spMkLst>
        </pc:spChg>
        <pc:spChg chg="add mod">
          <ac:chgData name="Naveen Ramaswamy" userId="294402153de7d7c0" providerId="LiveId" clId="{5FB21455-9E63-4AD3-9452-3137CF771FEE}" dt="2021-07-18T17:31:38.843" v="5135" actId="20577"/>
          <ac:spMkLst>
            <pc:docMk/>
            <pc:sldMk cId="583458146" sldId="287"/>
            <ac:spMk id="4" creationId="{5CE2DAB1-7541-426E-BEF6-454580468207}"/>
          </ac:spMkLst>
        </pc:spChg>
      </pc:sldChg>
      <pc:sldChg chg="delSp new del mod">
        <pc:chgData name="Naveen Ramaswamy" userId="294402153de7d7c0" providerId="LiveId" clId="{5FB21455-9E63-4AD3-9452-3137CF771FEE}" dt="2021-07-18T11:54:49.851" v="1627" actId="47"/>
        <pc:sldMkLst>
          <pc:docMk/>
          <pc:sldMk cId="2593093927" sldId="287"/>
        </pc:sldMkLst>
        <pc:spChg chg="del">
          <ac:chgData name="Naveen Ramaswamy" userId="294402153de7d7c0" providerId="LiveId" clId="{5FB21455-9E63-4AD3-9452-3137CF771FEE}" dt="2021-07-18T11:52:07.836" v="1565" actId="478"/>
          <ac:spMkLst>
            <pc:docMk/>
            <pc:sldMk cId="2593093927" sldId="287"/>
            <ac:spMk id="2" creationId="{69F5C657-E4DB-4709-9850-E7D4756E457E}"/>
          </ac:spMkLst>
        </pc:spChg>
        <pc:spChg chg="del">
          <ac:chgData name="Naveen Ramaswamy" userId="294402153de7d7c0" providerId="LiveId" clId="{5FB21455-9E63-4AD3-9452-3137CF771FEE}" dt="2021-07-18T11:52:05.132" v="1564" actId="478"/>
          <ac:spMkLst>
            <pc:docMk/>
            <pc:sldMk cId="2593093927" sldId="287"/>
            <ac:spMk id="3" creationId="{1B51A2E2-1A5E-4F3E-8757-93ECAC44A220}"/>
          </ac:spMkLst>
        </pc:spChg>
      </pc:sldChg>
      <pc:sldChg chg="addSp delSp modSp new mod">
        <pc:chgData name="Naveen Ramaswamy" userId="294402153de7d7c0" providerId="LiveId" clId="{5FB21455-9E63-4AD3-9452-3137CF771FEE}" dt="2021-07-18T17:06:18.093" v="4033" actId="1076"/>
        <pc:sldMkLst>
          <pc:docMk/>
          <pc:sldMk cId="2965167524" sldId="288"/>
        </pc:sldMkLst>
        <pc:spChg chg="del">
          <ac:chgData name="Naveen Ramaswamy" userId="294402153de7d7c0" providerId="LiveId" clId="{5FB21455-9E63-4AD3-9452-3137CF771FEE}" dt="2021-07-18T12:50:35.071" v="2716" actId="478"/>
          <ac:spMkLst>
            <pc:docMk/>
            <pc:sldMk cId="2965167524" sldId="288"/>
            <ac:spMk id="2" creationId="{379A0079-4E60-435E-B225-F23AFA5BB6CC}"/>
          </ac:spMkLst>
        </pc:spChg>
        <pc:spChg chg="del">
          <ac:chgData name="Naveen Ramaswamy" userId="294402153de7d7c0" providerId="LiveId" clId="{5FB21455-9E63-4AD3-9452-3137CF771FEE}" dt="2021-07-18T12:50:32.816" v="2715" actId="478"/>
          <ac:spMkLst>
            <pc:docMk/>
            <pc:sldMk cId="2965167524" sldId="288"/>
            <ac:spMk id="3" creationId="{F27F8E75-95FB-4C99-B494-4FB846890A1E}"/>
          </ac:spMkLst>
        </pc:spChg>
        <pc:spChg chg="mod">
          <ac:chgData name="Naveen Ramaswamy" userId="294402153de7d7c0" providerId="LiveId" clId="{5FB21455-9E63-4AD3-9452-3137CF771FEE}" dt="2021-07-18T13:31:11.347" v="2717"/>
          <ac:spMkLst>
            <pc:docMk/>
            <pc:sldMk cId="2965167524" sldId="288"/>
            <ac:spMk id="5" creationId="{08108805-150D-49A2-A3BC-6969A50E2BD0}"/>
          </ac:spMkLst>
        </pc:spChg>
        <pc:spChg chg="mod">
          <ac:chgData name="Naveen Ramaswamy" userId="294402153de7d7c0" providerId="LiveId" clId="{5FB21455-9E63-4AD3-9452-3137CF771FEE}" dt="2021-07-18T13:31:11.347" v="2717"/>
          <ac:spMkLst>
            <pc:docMk/>
            <pc:sldMk cId="2965167524" sldId="288"/>
            <ac:spMk id="8" creationId="{9DD8E7D5-420F-485E-8651-F3022E38779C}"/>
          </ac:spMkLst>
        </pc:spChg>
        <pc:spChg chg="mod">
          <ac:chgData name="Naveen Ramaswamy" userId="294402153de7d7c0" providerId="LiveId" clId="{5FB21455-9E63-4AD3-9452-3137CF771FEE}" dt="2021-07-18T13:31:11.347" v="2717"/>
          <ac:spMkLst>
            <pc:docMk/>
            <pc:sldMk cId="2965167524" sldId="288"/>
            <ac:spMk id="9" creationId="{09455589-2783-4C4A-B085-5BB5AB16626F}"/>
          </ac:spMkLst>
        </pc:spChg>
        <pc:spChg chg="mod">
          <ac:chgData name="Naveen Ramaswamy" userId="294402153de7d7c0" providerId="LiveId" clId="{5FB21455-9E63-4AD3-9452-3137CF771FEE}" dt="2021-07-18T13:31:24.197" v="2722" actId="1076"/>
          <ac:spMkLst>
            <pc:docMk/>
            <pc:sldMk cId="2965167524" sldId="288"/>
            <ac:spMk id="10" creationId="{5723E01E-39A7-4B71-B3C0-0071CFB4B612}"/>
          </ac:spMkLst>
        </pc:spChg>
        <pc:spChg chg="mod">
          <ac:chgData name="Naveen Ramaswamy" userId="294402153de7d7c0" providerId="LiveId" clId="{5FB21455-9E63-4AD3-9452-3137CF771FEE}" dt="2021-07-18T13:31:11.347" v="2717"/>
          <ac:spMkLst>
            <pc:docMk/>
            <pc:sldMk cId="2965167524" sldId="288"/>
            <ac:spMk id="11" creationId="{F04206EF-7132-406C-A606-75B6ADEF9C2A}"/>
          </ac:spMkLst>
        </pc:spChg>
        <pc:spChg chg="mod">
          <ac:chgData name="Naveen Ramaswamy" userId="294402153de7d7c0" providerId="LiveId" clId="{5FB21455-9E63-4AD3-9452-3137CF771FEE}" dt="2021-07-18T13:31:11.347" v="2717"/>
          <ac:spMkLst>
            <pc:docMk/>
            <pc:sldMk cId="2965167524" sldId="288"/>
            <ac:spMk id="12" creationId="{E912AC5D-349A-43D6-8E28-E4CFEE182C5D}"/>
          </ac:spMkLst>
        </pc:spChg>
        <pc:spChg chg="mod">
          <ac:chgData name="Naveen Ramaswamy" userId="294402153de7d7c0" providerId="LiveId" clId="{5FB21455-9E63-4AD3-9452-3137CF771FEE}" dt="2021-07-18T13:31:11.347" v="2717"/>
          <ac:spMkLst>
            <pc:docMk/>
            <pc:sldMk cId="2965167524" sldId="288"/>
            <ac:spMk id="13" creationId="{CFDD3773-C590-4262-AA0D-ED8FB040804E}"/>
          </ac:spMkLst>
        </pc:spChg>
        <pc:spChg chg="mod">
          <ac:chgData name="Naveen Ramaswamy" userId="294402153de7d7c0" providerId="LiveId" clId="{5FB21455-9E63-4AD3-9452-3137CF771FEE}" dt="2021-07-18T13:31:11.347" v="2717"/>
          <ac:spMkLst>
            <pc:docMk/>
            <pc:sldMk cId="2965167524" sldId="288"/>
            <ac:spMk id="14" creationId="{47C276FB-7017-4D35-ADB0-33ABADD1B49D}"/>
          </ac:spMkLst>
        </pc:spChg>
        <pc:spChg chg="mod">
          <ac:chgData name="Naveen Ramaswamy" userId="294402153de7d7c0" providerId="LiveId" clId="{5FB21455-9E63-4AD3-9452-3137CF771FEE}" dt="2021-07-18T13:31:11.347" v="2717"/>
          <ac:spMkLst>
            <pc:docMk/>
            <pc:sldMk cId="2965167524" sldId="288"/>
            <ac:spMk id="15" creationId="{67A6A757-0053-44EA-9213-306CB3B4B58A}"/>
          </ac:spMkLst>
        </pc:spChg>
        <pc:spChg chg="mod">
          <ac:chgData name="Naveen Ramaswamy" userId="294402153de7d7c0" providerId="LiveId" clId="{5FB21455-9E63-4AD3-9452-3137CF771FEE}" dt="2021-07-18T13:31:11.347" v="2717"/>
          <ac:spMkLst>
            <pc:docMk/>
            <pc:sldMk cId="2965167524" sldId="288"/>
            <ac:spMk id="16" creationId="{4CD78307-2751-423E-90A0-2AD8145AD4AC}"/>
          </ac:spMkLst>
        </pc:spChg>
        <pc:spChg chg="mod">
          <ac:chgData name="Naveen Ramaswamy" userId="294402153de7d7c0" providerId="LiveId" clId="{5FB21455-9E63-4AD3-9452-3137CF771FEE}" dt="2021-07-18T13:31:11.347" v="2717"/>
          <ac:spMkLst>
            <pc:docMk/>
            <pc:sldMk cId="2965167524" sldId="288"/>
            <ac:spMk id="17" creationId="{6B9B4C1A-2DB1-4CAF-9558-6FFB714A2FAF}"/>
          </ac:spMkLst>
        </pc:spChg>
        <pc:spChg chg="mod">
          <ac:chgData name="Naveen Ramaswamy" userId="294402153de7d7c0" providerId="LiveId" clId="{5FB21455-9E63-4AD3-9452-3137CF771FEE}" dt="2021-07-18T13:31:11.347" v="2717"/>
          <ac:spMkLst>
            <pc:docMk/>
            <pc:sldMk cId="2965167524" sldId="288"/>
            <ac:spMk id="18" creationId="{885EAD95-99E3-440A-9A4E-2810EE7CE285}"/>
          </ac:spMkLst>
        </pc:spChg>
        <pc:spChg chg="mod">
          <ac:chgData name="Naveen Ramaswamy" userId="294402153de7d7c0" providerId="LiveId" clId="{5FB21455-9E63-4AD3-9452-3137CF771FEE}" dt="2021-07-18T13:31:11.347" v="2717"/>
          <ac:spMkLst>
            <pc:docMk/>
            <pc:sldMk cId="2965167524" sldId="288"/>
            <ac:spMk id="19" creationId="{2524968B-27A9-44E8-AD86-1C99E570945B}"/>
          </ac:spMkLst>
        </pc:spChg>
        <pc:spChg chg="mod">
          <ac:chgData name="Naveen Ramaswamy" userId="294402153de7d7c0" providerId="LiveId" clId="{5FB21455-9E63-4AD3-9452-3137CF771FEE}" dt="2021-07-18T13:31:11.347" v="2717"/>
          <ac:spMkLst>
            <pc:docMk/>
            <pc:sldMk cId="2965167524" sldId="288"/>
            <ac:spMk id="29" creationId="{9BF43D1C-D6D4-47B0-9925-59EBB296C54D}"/>
          </ac:spMkLst>
        </pc:spChg>
        <pc:spChg chg="mod">
          <ac:chgData name="Naveen Ramaswamy" userId="294402153de7d7c0" providerId="LiveId" clId="{5FB21455-9E63-4AD3-9452-3137CF771FEE}" dt="2021-07-18T13:31:11.347" v="2717"/>
          <ac:spMkLst>
            <pc:docMk/>
            <pc:sldMk cId="2965167524" sldId="288"/>
            <ac:spMk id="30" creationId="{F7AC3315-1784-4375-BA13-875C40D0A954}"/>
          </ac:spMkLst>
        </pc:spChg>
        <pc:spChg chg="mod">
          <ac:chgData name="Naveen Ramaswamy" userId="294402153de7d7c0" providerId="LiveId" clId="{5FB21455-9E63-4AD3-9452-3137CF771FEE}" dt="2021-07-18T13:31:11.347" v="2717"/>
          <ac:spMkLst>
            <pc:docMk/>
            <pc:sldMk cId="2965167524" sldId="288"/>
            <ac:spMk id="31" creationId="{189191A2-38F2-4F50-B316-F37955AD7066}"/>
          </ac:spMkLst>
        </pc:spChg>
        <pc:spChg chg="mod">
          <ac:chgData name="Naveen Ramaswamy" userId="294402153de7d7c0" providerId="LiveId" clId="{5FB21455-9E63-4AD3-9452-3137CF771FEE}" dt="2021-07-18T13:31:11.347" v="2717"/>
          <ac:spMkLst>
            <pc:docMk/>
            <pc:sldMk cId="2965167524" sldId="288"/>
            <ac:spMk id="32" creationId="{A971AE1A-AFF3-42D5-99FC-3FE77D9309E0}"/>
          </ac:spMkLst>
        </pc:spChg>
        <pc:spChg chg="add mod">
          <ac:chgData name="Naveen Ramaswamy" userId="294402153de7d7c0" providerId="LiveId" clId="{5FB21455-9E63-4AD3-9452-3137CF771FEE}" dt="2021-07-18T16:43:49.483" v="3121" actId="164"/>
          <ac:spMkLst>
            <pc:docMk/>
            <pc:sldMk cId="2965167524" sldId="288"/>
            <ac:spMk id="36" creationId="{9838C60B-824D-4BC0-B144-F6A824842F1D}"/>
          </ac:spMkLst>
        </pc:spChg>
        <pc:spChg chg="add mod">
          <ac:chgData name="Naveen Ramaswamy" userId="294402153de7d7c0" providerId="LiveId" clId="{5FB21455-9E63-4AD3-9452-3137CF771FEE}" dt="2021-07-18T16:44:17.086" v="3125" actId="1076"/>
          <ac:spMkLst>
            <pc:docMk/>
            <pc:sldMk cId="2965167524" sldId="288"/>
            <ac:spMk id="38" creationId="{BC500CEC-C2EC-4FD8-AD21-C6EB3EBED0C0}"/>
          </ac:spMkLst>
        </pc:spChg>
        <pc:spChg chg="add del mod">
          <ac:chgData name="Naveen Ramaswamy" userId="294402153de7d7c0" providerId="LiveId" clId="{5FB21455-9E63-4AD3-9452-3137CF771FEE}" dt="2021-07-18T13:31:33.372" v="2727"/>
          <ac:spMkLst>
            <pc:docMk/>
            <pc:sldMk cId="2965167524" sldId="288"/>
            <ac:spMk id="39" creationId="{C9E62A78-EEEE-4777-A8FF-BD8DECE89FD0}"/>
          </ac:spMkLst>
        </pc:spChg>
        <pc:spChg chg="add mod">
          <ac:chgData name="Naveen Ramaswamy" userId="294402153de7d7c0" providerId="LiveId" clId="{5FB21455-9E63-4AD3-9452-3137CF771FEE}" dt="2021-07-18T16:43:49.483" v="3121" actId="164"/>
          <ac:spMkLst>
            <pc:docMk/>
            <pc:sldMk cId="2965167524" sldId="288"/>
            <ac:spMk id="40" creationId="{0021BA3D-E91F-4ADE-AD13-36A99FDC01B7}"/>
          </ac:spMkLst>
        </pc:spChg>
        <pc:spChg chg="add mod">
          <ac:chgData name="Naveen Ramaswamy" userId="294402153de7d7c0" providerId="LiveId" clId="{5FB21455-9E63-4AD3-9452-3137CF771FEE}" dt="2021-07-18T16:43:49.483" v="3121" actId="164"/>
          <ac:spMkLst>
            <pc:docMk/>
            <pc:sldMk cId="2965167524" sldId="288"/>
            <ac:spMk id="41" creationId="{C95312FC-47A0-4B40-8D95-82F61F16A759}"/>
          </ac:spMkLst>
        </pc:spChg>
        <pc:spChg chg="add del mod">
          <ac:chgData name="Naveen Ramaswamy" userId="294402153de7d7c0" providerId="LiveId" clId="{5FB21455-9E63-4AD3-9452-3137CF771FEE}" dt="2021-07-18T15:12:10.091" v="2799" actId="478"/>
          <ac:spMkLst>
            <pc:docMk/>
            <pc:sldMk cId="2965167524" sldId="288"/>
            <ac:spMk id="42" creationId="{A4D68353-73A5-46D2-9CFE-38FD4FC2C13C}"/>
          </ac:spMkLst>
        </pc:spChg>
        <pc:spChg chg="add mod">
          <ac:chgData name="Naveen Ramaswamy" userId="294402153de7d7c0" providerId="LiveId" clId="{5FB21455-9E63-4AD3-9452-3137CF771FEE}" dt="2021-07-18T16:43:49.483" v="3121" actId="164"/>
          <ac:spMkLst>
            <pc:docMk/>
            <pc:sldMk cId="2965167524" sldId="288"/>
            <ac:spMk id="43" creationId="{F1BB0941-EEBA-4A6C-A99D-471EF8DC763E}"/>
          </ac:spMkLst>
        </pc:spChg>
        <pc:spChg chg="add del mod">
          <ac:chgData name="Naveen Ramaswamy" userId="294402153de7d7c0" providerId="LiveId" clId="{5FB21455-9E63-4AD3-9452-3137CF771FEE}" dt="2021-07-18T15:13:58.096" v="2881"/>
          <ac:spMkLst>
            <pc:docMk/>
            <pc:sldMk cId="2965167524" sldId="288"/>
            <ac:spMk id="44" creationId="{200491E6-923E-40B7-A3EC-C916CC883D0B}"/>
          </ac:spMkLst>
        </pc:spChg>
        <pc:spChg chg="add mod">
          <ac:chgData name="Naveen Ramaswamy" userId="294402153de7d7c0" providerId="LiveId" clId="{5FB21455-9E63-4AD3-9452-3137CF771FEE}" dt="2021-07-18T16:46:42.399" v="3177" actId="1076"/>
          <ac:spMkLst>
            <pc:docMk/>
            <pc:sldMk cId="2965167524" sldId="288"/>
            <ac:spMk id="45" creationId="{35311080-DBED-485F-A838-46E62FFAC0FA}"/>
          </ac:spMkLst>
        </pc:spChg>
        <pc:spChg chg="add mod">
          <ac:chgData name="Naveen Ramaswamy" userId="294402153de7d7c0" providerId="LiveId" clId="{5FB21455-9E63-4AD3-9452-3137CF771FEE}" dt="2021-07-18T16:43:49.483" v="3121" actId="164"/>
          <ac:spMkLst>
            <pc:docMk/>
            <pc:sldMk cId="2965167524" sldId="288"/>
            <ac:spMk id="46" creationId="{18657B1E-A053-4485-8486-3DE09B58F7FC}"/>
          </ac:spMkLst>
        </pc:spChg>
        <pc:spChg chg="add mod">
          <ac:chgData name="Naveen Ramaswamy" userId="294402153de7d7c0" providerId="LiveId" clId="{5FB21455-9E63-4AD3-9452-3137CF771FEE}" dt="2021-07-18T16:43:49.483" v="3121" actId="164"/>
          <ac:spMkLst>
            <pc:docMk/>
            <pc:sldMk cId="2965167524" sldId="288"/>
            <ac:spMk id="55" creationId="{37A6BA60-8FA0-4CDC-A8F0-8BC21BCA8508}"/>
          </ac:spMkLst>
        </pc:spChg>
        <pc:spChg chg="add mod">
          <ac:chgData name="Naveen Ramaswamy" userId="294402153de7d7c0" providerId="LiveId" clId="{5FB21455-9E63-4AD3-9452-3137CF771FEE}" dt="2021-07-18T16:43:49.483" v="3121" actId="164"/>
          <ac:spMkLst>
            <pc:docMk/>
            <pc:sldMk cId="2965167524" sldId="288"/>
            <ac:spMk id="56" creationId="{8174D3E0-93B1-4FA3-A302-0B79A52DCA5A}"/>
          </ac:spMkLst>
        </pc:spChg>
        <pc:spChg chg="add mod">
          <ac:chgData name="Naveen Ramaswamy" userId="294402153de7d7c0" providerId="LiveId" clId="{5FB21455-9E63-4AD3-9452-3137CF771FEE}" dt="2021-07-18T16:43:49.483" v="3121" actId="164"/>
          <ac:spMkLst>
            <pc:docMk/>
            <pc:sldMk cId="2965167524" sldId="288"/>
            <ac:spMk id="57" creationId="{BC56CD2D-D3CF-4602-95B3-9DB49DC6FB7F}"/>
          </ac:spMkLst>
        </pc:spChg>
        <pc:spChg chg="add mod">
          <ac:chgData name="Naveen Ramaswamy" userId="294402153de7d7c0" providerId="LiveId" clId="{5FB21455-9E63-4AD3-9452-3137CF771FEE}" dt="2021-07-18T16:44:43.266" v="3142" actId="20577"/>
          <ac:spMkLst>
            <pc:docMk/>
            <pc:sldMk cId="2965167524" sldId="288"/>
            <ac:spMk id="68" creationId="{0E3F4309-2E67-4E89-A04C-A1E8362667E1}"/>
          </ac:spMkLst>
        </pc:spChg>
        <pc:spChg chg="add mod">
          <ac:chgData name="Naveen Ramaswamy" userId="294402153de7d7c0" providerId="LiveId" clId="{5FB21455-9E63-4AD3-9452-3137CF771FEE}" dt="2021-07-18T16:43:49.483" v="3121" actId="164"/>
          <ac:spMkLst>
            <pc:docMk/>
            <pc:sldMk cId="2965167524" sldId="288"/>
            <ac:spMk id="90" creationId="{4A744FA1-D375-464D-BB6C-C1CACCEFCFDF}"/>
          </ac:spMkLst>
        </pc:spChg>
        <pc:spChg chg="add mod">
          <ac:chgData name="Naveen Ramaswamy" userId="294402153de7d7c0" providerId="LiveId" clId="{5FB21455-9E63-4AD3-9452-3137CF771FEE}" dt="2021-07-18T16:43:49.483" v="3121" actId="164"/>
          <ac:spMkLst>
            <pc:docMk/>
            <pc:sldMk cId="2965167524" sldId="288"/>
            <ac:spMk id="91" creationId="{62C0CEAB-7F09-4B91-A6E8-4265EDDC6EEC}"/>
          </ac:spMkLst>
        </pc:spChg>
        <pc:spChg chg="add mod">
          <ac:chgData name="Naveen Ramaswamy" userId="294402153de7d7c0" providerId="LiveId" clId="{5FB21455-9E63-4AD3-9452-3137CF771FEE}" dt="2021-07-18T16:46:04.440" v="3172" actId="164"/>
          <ac:spMkLst>
            <pc:docMk/>
            <pc:sldMk cId="2965167524" sldId="288"/>
            <ac:spMk id="96" creationId="{1878EA4E-9FBC-4E13-B8F5-95FDB206ECE5}"/>
          </ac:spMkLst>
        </pc:spChg>
        <pc:spChg chg="add mod">
          <ac:chgData name="Naveen Ramaswamy" userId="294402153de7d7c0" providerId="LiveId" clId="{5FB21455-9E63-4AD3-9452-3137CF771FEE}" dt="2021-07-18T16:50:02.841" v="3202" actId="1076"/>
          <ac:spMkLst>
            <pc:docMk/>
            <pc:sldMk cId="2965167524" sldId="288"/>
            <ac:spMk id="104" creationId="{22EE89CF-6368-40A7-BAC7-D22F4235E175}"/>
          </ac:spMkLst>
        </pc:spChg>
        <pc:spChg chg="add mod">
          <ac:chgData name="Naveen Ramaswamy" userId="294402153de7d7c0" providerId="LiveId" clId="{5FB21455-9E63-4AD3-9452-3137CF771FEE}" dt="2021-07-18T17:06:15.775" v="4031" actId="164"/>
          <ac:spMkLst>
            <pc:docMk/>
            <pc:sldMk cId="2965167524" sldId="288"/>
            <ac:spMk id="105" creationId="{5BF013E3-85E7-4947-9183-D0AE5052F7AC}"/>
          </ac:spMkLst>
        </pc:spChg>
        <pc:spChg chg="add mod">
          <ac:chgData name="Naveen Ramaswamy" userId="294402153de7d7c0" providerId="LiveId" clId="{5FB21455-9E63-4AD3-9452-3137CF771FEE}" dt="2021-07-18T17:06:15.775" v="4031" actId="164"/>
          <ac:spMkLst>
            <pc:docMk/>
            <pc:sldMk cId="2965167524" sldId="288"/>
            <ac:spMk id="106" creationId="{A385134A-6F9E-48BF-A299-E0EAFE978ED1}"/>
          </ac:spMkLst>
        </pc:spChg>
        <pc:spChg chg="add mod">
          <ac:chgData name="Naveen Ramaswamy" userId="294402153de7d7c0" providerId="LiveId" clId="{5FB21455-9E63-4AD3-9452-3137CF771FEE}" dt="2021-07-18T17:06:15.775" v="4031" actId="164"/>
          <ac:spMkLst>
            <pc:docMk/>
            <pc:sldMk cId="2965167524" sldId="288"/>
            <ac:spMk id="107" creationId="{A87F0218-369D-449A-A2C2-F29B10D55716}"/>
          </ac:spMkLst>
        </pc:spChg>
        <pc:spChg chg="add del mod">
          <ac:chgData name="Naveen Ramaswamy" userId="294402153de7d7c0" providerId="LiveId" clId="{5FB21455-9E63-4AD3-9452-3137CF771FEE}" dt="2021-07-18T17:05:54.889" v="4027"/>
          <ac:spMkLst>
            <pc:docMk/>
            <pc:sldMk cId="2965167524" sldId="288"/>
            <ac:spMk id="108" creationId="{139CB6C8-E9C9-4D87-9D3B-6416797E30F8}"/>
          </ac:spMkLst>
        </pc:spChg>
        <pc:spChg chg="add mod">
          <ac:chgData name="Naveen Ramaswamy" userId="294402153de7d7c0" providerId="LiveId" clId="{5FB21455-9E63-4AD3-9452-3137CF771FEE}" dt="2021-07-18T17:06:15.775" v="4031" actId="164"/>
          <ac:spMkLst>
            <pc:docMk/>
            <pc:sldMk cId="2965167524" sldId="288"/>
            <ac:spMk id="109" creationId="{C68DCF6C-5E3F-4A8B-9572-847E3B52AFE1}"/>
          </ac:spMkLst>
        </pc:spChg>
        <pc:grpChg chg="add del mod">
          <ac:chgData name="Naveen Ramaswamy" userId="294402153de7d7c0" providerId="LiveId" clId="{5FB21455-9E63-4AD3-9452-3137CF771FEE}" dt="2021-07-18T14:00:45.282" v="2789" actId="478"/>
          <ac:grpSpMkLst>
            <pc:docMk/>
            <pc:sldMk cId="2965167524" sldId="288"/>
            <ac:grpSpMk id="4" creationId="{D2FE59E0-9005-4351-98C4-7AC8A96B7E52}"/>
          </ac:grpSpMkLst>
        </pc:grpChg>
        <pc:grpChg chg="mod">
          <ac:chgData name="Naveen Ramaswamy" userId="294402153de7d7c0" providerId="LiveId" clId="{5FB21455-9E63-4AD3-9452-3137CF771FEE}" dt="2021-07-18T13:31:11.347" v="2717"/>
          <ac:grpSpMkLst>
            <pc:docMk/>
            <pc:sldMk cId="2965167524" sldId="288"/>
            <ac:grpSpMk id="7" creationId="{02FB5B1D-87DD-4231-A050-9E02C3640858}"/>
          </ac:grpSpMkLst>
        </pc:grpChg>
        <pc:grpChg chg="add mod">
          <ac:chgData name="Naveen Ramaswamy" userId="294402153de7d7c0" providerId="LiveId" clId="{5FB21455-9E63-4AD3-9452-3137CF771FEE}" dt="2021-07-18T16:46:04.440" v="3172" actId="164"/>
          <ac:grpSpMkLst>
            <pc:docMk/>
            <pc:sldMk cId="2965167524" sldId="288"/>
            <ac:grpSpMk id="92" creationId="{6B8D904E-D52F-43A1-8030-612268516A1C}"/>
          </ac:grpSpMkLst>
        </pc:grpChg>
        <pc:grpChg chg="add del mod">
          <ac:chgData name="Naveen Ramaswamy" userId="294402153de7d7c0" providerId="LiveId" clId="{5FB21455-9E63-4AD3-9452-3137CF771FEE}" dt="2021-07-18T17:06:15.775" v="4031" actId="164"/>
          <ac:grpSpMkLst>
            <pc:docMk/>
            <pc:sldMk cId="2965167524" sldId="288"/>
            <ac:grpSpMk id="101" creationId="{FBE95F84-A9FC-4380-B70C-6DAFE5005AB5}"/>
          </ac:grpSpMkLst>
        </pc:grpChg>
        <pc:grpChg chg="add mod">
          <ac:chgData name="Naveen Ramaswamy" userId="294402153de7d7c0" providerId="LiveId" clId="{5FB21455-9E63-4AD3-9452-3137CF771FEE}" dt="2021-07-18T17:06:18.093" v="4033" actId="1076"/>
          <ac:grpSpMkLst>
            <pc:docMk/>
            <pc:sldMk cId="2965167524" sldId="288"/>
            <ac:grpSpMk id="110" creationId="{1D2259D9-1EE6-44BE-A33D-BE5817A503BE}"/>
          </ac:grpSpMkLst>
        </pc:grpChg>
        <pc:cxnChg chg="mod">
          <ac:chgData name="Naveen Ramaswamy" userId="294402153de7d7c0" providerId="LiveId" clId="{5FB21455-9E63-4AD3-9452-3137CF771FEE}" dt="2021-07-18T14:00:45.282" v="2789" actId="478"/>
          <ac:cxnSpMkLst>
            <pc:docMk/>
            <pc:sldMk cId="2965167524" sldId="288"/>
            <ac:cxnSpMk id="6" creationId="{7AA85190-84CF-424C-8CA6-D58E97A80DCA}"/>
          </ac:cxnSpMkLst>
        </pc:cxnChg>
        <pc:cxnChg chg="mod">
          <ac:chgData name="Naveen Ramaswamy" userId="294402153de7d7c0" providerId="LiveId" clId="{5FB21455-9E63-4AD3-9452-3137CF771FEE}" dt="2021-07-18T14:00:45.282" v="2789" actId="478"/>
          <ac:cxnSpMkLst>
            <pc:docMk/>
            <pc:sldMk cId="2965167524" sldId="288"/>
            <ac:cxnSpMk id="20" creationId="{B5DE85C8-E892-4EFB-86F9-EB68B3578C3B}"/>
          </ac:cxnSpMkLst>
        </pc:cxnChg>
        <pc:cxnChg chg="mod">
          <ac:chgData name="Naveen Ramaswamy" userId="294402153de7d7c0" providerId="LiveId" clId="{5FB21455-9E63-4AD3-9452-3137CF771FEE}" dt="2021-07-18T14:00:45.282" v="2789" actId="478"/>
          <ac:cxnSpMkLst>
            <pc:docMk/>
            <pc:sldMk cId="2965167524" sldId="288"/>
            <ac:cxnSpMk id="21" creationId="{161D4321-73DB-4E3C-8672-4E7433EA0060}"/>
          </ac:cxnSpMkLst>
        </pc:cxnChg>
        <pc:cxnChg chg="mod">
          <ac:chgData name="Naveen Ramaswamy" userId="294402153de7d7c0" providerId="LiveId" clId="{5FB21455-9E63-4AD3-9452-3137CF771FEE}" dt="2021-07-18T14:00:45.282" v="2789" actId="478"/>
          <ac:cxnSpMkLst>
            <pc:docMk/>
            <pc:sldMk cId="2965167524" sldId="288"/>
            <ac:cxnSpMk id="22" creationId="{44CC2567-1F08-4E55-8D53-B9C34BE27FB8}"/>
          </ac:cxnSpMkLst>
        </pc:cxnChg>
        <pc:cxnChg chg="mod">
          <ac:chgData name="Naveen Ramaswamy" userId="294402153de7d7c0" providerId="LiveId" clId="{5FB21455-9E63-4AD3-9452-3137CF771FEE}" dt="2021-07-18T14:00:45.282" v="2789" actId="478"/>
          <ac:cxnSpMkLst>
            <pc:docMk/>
            <pc:sldMk cId="2965167524" sldId="288"/>
            <ac:cxnSpMk id="23" creationId="{E9397610-38EF-4B43-BE90-7444F1D698CC}"/>
          </ac:cxnSpMkLst>
        </pc:cxnChg>
        <pc:cxnChg chg="mod">
          <ac:chgData name="Naveen Ramaswamy" userId="294402153de7d7c0" providerId="LiveId" clId="{5FB21455-9E63-4AD3-9452-3137CF771FEE}" dt="2021-07-18T14:00:45.282" v="2789" actId="478"/>
          <ac:cxnSpMkLst>
            <pc:docMk/>
            <pc:sldMk cId="2965167524" sldId="288"/>
            <ac:cxnSpMk id="24" creationId="{71B51BCA-214A-4490-8FC9-CE8A2883C660}"/>
          </ac:cxnSpMkLst>
        </pc:cxnChg>
        <pc:cxnChg chg="mod">
          <ac:chgData name="Naveen Ramaswamy" userId="294402153de7d7c0" providerId="LiveId" clId="{5FB21455-9E63-4AD3-9452-3137CF771FEE}" dt="2021-07-18T14:00:45.282" v="2789" actId="478"/>
          <ac:cxnSpMkLst>
            <pc:docMk/>
            <pc:sldMk cId="2965167524" sldId="288"/>
            <ac:cxnSpMk id="25" creationId="{75447658-D6C4-48C6-A8AB-5E923B04CADE}"/>
          </ac:cxnSpMkLst>
        </pc:cxnChg>
        <pc:cxnChg chg="mod">
          <ac:chgData name="Naveen Ramaswamy" userId="294402153de7d7c0" providerId="LiveId" clId="{5FB21455-9E63-4AD3-9452-3137CF771FEE}" dt="2021-07-18T14:00:45.282" v="2789" actId="478"/>
          <ac:cxnSpMkLst>
            <pc:docMk/>
            <pc:sldMk cId="2965167524" sldId="288"/>
            <ac:cxnSpMk id="26" creationId="{F01AAD5E-D6EC-492F-8425-C19C8619B379}"/>
          </ac:cxnSpMkLst>
        </pc:cxnChg>
        <pc:cxnChg chg="mod">
          <ac:chgData name="Naveen Ramaswamy" userId="294402153de7d7c0" providerId="LiveId" clId="{5FB21455-9E63-4AD3-9452-3137CF771FEE}" dt="2021-07-18T14:00:45.282" v="2789" actId="478"/>
          <ac:cxnSpMkLst>
            <pc:docMk/>
            <pc:sldMk cId="2965167524" sldId="288"/>
            <ac:cxnSpMk id="27" creationId="{2F513379-F9C4-45FA-9694-296A64E81406}"/>
          </ac:cxnSpMkLst>
        </pc:cxnChg>
        <pc:cxnChg chg="mod">
          <ac:chgData name="Naveen Ramaswamy" userId="294402153de7d7c0" providerId="LiveId" clId="{5FB21455-9E63-4AD3-9452-3137CF771FEE}" dt="2021-07-18T14:00:45.282" v="2789" actId="478"/>
          <ac:cxnSpMkLst>
            <pc:docMk/>
            <pc:sldMk cId="2965167524" sldId="288"/>
            <ac:cxnSpMk id="28" creationId="{065C311E-DC42-469F-B9D9-02A69DDBFC81}"/>
          </ac:cxnSpMkLst>
        </pc:cxnChg>
        <pc:cxnChg chg="mod">
          <ac:chgData name="Naveen Ramaswamy" userId="294402153de7d7c0" providerId="LiveId" clId="{5FB21455-9E63-4AD3-9452-3137CF771FEE}" dt="2021-07-18T14:00:45.282" v="2789" actId="478"/>
          <ac:cxnSpMkLst>
            <pc:docMk/>
            <pc:sldMk cId="2965167524" sldId="288"/>
            <ac:cxnSpMk id="33" creationId="{B0D6DBB4-47E5-4650-B4A7-B29F957A664D}"/>
          </ac:cxnSpMkLst>
        </pc:cxnChg>
        <pc:cxnChg chg="mod">
          <ac:chgData name="Naveen Ramaswamy" userId="294402153de7d7c0" providerId="LiveId" clId="{5FB21455-9E63-4AD3-9452-3137CF771FEE}" dt="2021-07-18T14:00:45.282" v="2789" actId="478"/>
          <ac:cxnSpMkLst>
            <pc:docMk/>
            <pc:sldMk cId="2965167524" sldId="288"/>
            <ac:cxnSpMk id="34" creationId="{6F7F4474-D97B-4FFF-BA5D-B2A2BBAAF313}"/>
          </ac:cxnSpMkLst>
        </pc:cxnChg>
        <pc:cxnChg chg="mod">
          <ac:chgData name="Naveen Ramaswamy" userId="294402153de7d7c0" providerId="LiveId" clId="{5FB21455-9E63-4AD3-9452-3137CF771FEE}" dt="2021-07-18T14:00:45.282" v="2789" actId="478"/>
          <ac:cxnSpMkLst>
            <pc:docMk/>
            <pc:sldMk cId="2965167524" sldId="288"/>
            <ac:cxnSpMk id="35" creationId="{544FACE9-1ECF-4DF3-9B79-8C59E5A3EE9F}"/>
          </ac:cxnSpMkLst>
        </pc:cxnChg>
        <pc:cxnChg chg="add mod">
          <ac:chgData name="Naveen Ramaswamy" userId="294402153de7d7c0" providerId="LiveId" clId="{5FB21455-9E63-4AD3-9452-3137CF771FEE}" dt="2021-07-18T16:46:08.046" v="3175" actId="21"/>
          <ac:cxnSpMkLst>
            <pc:docMk/>
            <pc:sldMk cId="2965167524" sldId="288"/>
            <ac:cxnSpMk id="48" creationId="{63C5C0CC-0FA2-425B-9F3C-1BE6742538DC}"/>
          </ac:cxnSpMkLst>
        </pc:cxnChg>
        <pc:cxnChg chg="add mod">
          <ac:chgData name="Naveen Ramaswamy" userId="294402153de7d7c0" providerId="LiveId" clId="{5FB21455-9E63-4AD3-9452-3137CF771FEE}" dt="2021-07-18T16:46:08.046" v="3175" actId="21"/>
          <ac:cxnSpMkLst>
            <pc:docMk/>
            <pc:sldMk cId="2965167524" sldId="288"/>
            <ac:cxnSpMk id="50" creationId="{C5AF7DF5-52B6-424E-8B30-E434A3967F8B}"/>
          </ac:cxnSpMkLst>
        </pc:cxnChg>
        <pc:cxnChg chg="add mod">
          <ac:chgData name="Naveen Ramaswamy" userId="294402153de7d7c0" providerId="LiveId" clId="{5FB21455-9E63-4AD3-9452-3137CF771FEE}" dt="2021-07-18T16:46:08.046" v="3175" actId="21"/>
          <ac:cxnSpMkLst>
            <pc:docMk/>
            <pc:sldMk cId="2965167524" sldId="288"/>
            <ac:cxnSpMk id="52" creationId="{64AC3E93-0C77-47DA-95CA-38FA51BF6EAC}"/>
          </ac:cxnSpMkLst>
        </pc:cxnChg>
        <pc:cxnChg chg="add mod">
          <ac:chgData name="Naveen Ramaswamy" userId="294402153de7d7c0" providerId="LiveId" clId="{5FB21455-9E63-4AD3-9452-3137CF771FEE}" dt="2021-07-18T16:46:42.399" v="3177" actId="1076"/>
          <ac:cxnSpMkLst>
            <pc:docMk/>
            <pc:sldMk cId="2965167524" sldId="288"/>
            <ac:cxnSpMk id="54" creationId="{81778E8E-FCF1-41CA-99B3-252F762C075C}"/>
          </ac:cxnSpMkLst>
        </pc:cxnChg>
        <pc:cxnChg chg="add mod">
          <ac:chgData name="Naveen Ramaswamy" userId="294402153de7d7c0" providerId="LiveId" clId="{5FB21455-9E63-4AD3-9452-3137CF771FEE}" dt="2021-07-18T16:46:08.046" v="3175" actId="21"/>
          <ac:cxnSpMkLst>
            <pc:docMk/>
            <pc:sldMk cId="2965167524" sldId="288"/>
            <ac:cxnSpMk id="59" creationId="{47A179FA-D521-43D0-9398-B214D9999757}"/>
          </ac:cxnSpMkLst>
        </pc:cxnChg>
        <pc:cxnChg chg="add mod">
          <ac:chgData name="Naveen Ramaswamy" userId="294402153de7d7c0" providerId="LiveId" clId="{5FB21455-9E63-4AD3-9452-3137CF771FEE}" dt="2021-07-18T16:46:08.046" v="3175" actId="21"/>
          <ac:cxnSpMkLst>
            <pc:docMk/>
            <pc:sldMk cId="2965167524" sldId="288"/>
            <ac:cxnSpMk id="61" creationId="{55BAF4D8-24DA-4611-838A-CC6388FDED80}"/>
          </ac:cxnSpMkLst>
        </pc:cxnChg>
        <pc:cxnChg chg="add mod">
          <ac:chgData name="Naveen Ramaswamy" userId="294402153de7d7c0" providerId="LiveId" clId="{5FB21455-9E63-4AD3-9452-3137CF771FEE}" dt="2021-07-18T16:46:08.046" v="3175" actId="21"/>
          <ac:cxnSpMkLst>
            <pc:docMk/>
            <pc:sldMk cId="2965167524" sldId="288"/>
            <ac:cxnSpMk id="63" creationId="{2EC8C0FF-ACFE-4427-9836-7781FA059BAB}"/>
          </ac:cxnSpMkLst>
        </pc:cxnChg>
        <pc:cxnChg chg="add mod">
          <ac:chgData name="Naveen Ramaswamy" userId="294402153de7d7c0" providerId="LiveId" clId="{5FB21455-9E63-4AD3-9452-3137CF771FEE}" dt="2021-07-18T16:46:42.399" v="3177" actId="1076"/>
          <ac:cxnSpMkLst>
            <pc:docMk/>
            <pc:sldMk cId="2965167524" sldId="288"/>
            <ac:cxnSpMk id="67" creationId="{3CDD7EFC-42ED-46BC-9C5E-C7572935FD80}"/>
          </ac:cxnSpMkLst>
        </pc:cxnChg>
        <pc:cxnChg chg="add mod">
          <ac:chgData name="Naveen Ramaswamy" userId="294402153de7d7c0" providerId="LiveId" clId="{5FB21455-9E63-4AD3-9452-3137CF771FEE}" dt="2021-07-18T16:46:08.046" v="3175" actId="21"/>
          <ac:cxnSpMkLst>
            <pc:docMk/>
            <pc:sldMk cId="2965167524" sldId="288"/>
            <ac:cxnSpMk id="83" creationId="{EFE09AE8-21C6-415C-920A-5A9C6BCCA20C}"/>
          </ac:cxnSpMkLst>
        </pc:cxnChg>
        <pc:cxnChg chg="add mod">
          <ac:chgData name="Naveen Ramaswamy" userId="294402153de7d7c0" providerId="LiveId" clId="{5FB21455-9E63-4AD3-9452-3137CF771FEE}" dt="2021-07-18T16:46:08.046" v="3175" actId="21"/>
          <ac:cxnSpMkLst>
            <pc:docMk/>
            <pc:sldMk cId="2965167524" sldId="288"/>
            <ac:cxnSpMk id="85" creationId="{68E05ADD-E17A-4088-867C-2A858D493DB5}"/>
          </ac:cxnSpMkLst>
        </pc:cxnChg>
        <pc:cxnChg chg="add mod">
          <ac:chgData name="Naveen Ramaswamy" userId="294402153de7d7c0" providerId="LiveId" clId="{5FB21455-9E63-4AD3-9452-3137CF771FEE}" dt="2021-07-18T16:46:08.046" v="3175" actId="21"/>
          <ac:cxnSpMkLst>
            <pc:docMk/>
            <pc:sldMk cId="2965167524" sldId="288"/>
            <ac:cxnSpMk id="87" creationId="{B437B543-7789-45BC-BDFE-B6C685738C79}"/>
          </ac:cxnSpMkLst>
        </pc:cxnChg>
        <pc:cxnChg chg="add del mod">
          <ac:chgData name="Naveen Ramaswamy" userId="294402153de7d7c0" providerId="LiveId" clId="{5FB21455-9E63-4AD3-9452-3137CF771FEE}" dt="2021-07-18T16:45:19.188" v="3143" actId="478"/>
          <ac:cxnSpMkLst>
            <pc:docMk/>
            <pc:sldMk cId="2965167524" sldId="288"/>
            <ac:cxnSpMk id="89" creationId="{5FB9F5E4-E784-4B76-934C-369935C6F16A}"/>
          </ac:cxnSpMkLst>
        </pc:cxnChg>
        <pc:cxnChg chg="add mod">
          <ac:chgData name="Naveen Ramaswamy" userId="294402153de7d7c0" providerId="LiveId" clId="{5FB21455-9E63-4AD3-9452-3137CF771FEE}" dt="2021-07-18T16:46:08.046" v="3175" actId="21"/>
          <ac:cxnSpMkLst>
            <pc:docMk/>
            <pc:sldMk cId="2965167524" sldId="288"/>
            <ac:cxnSpMk id="98" creationId="{7DA690DD-793C-47DC-9A62-A0CDBB637ABF}"/>
          </ac:cxnSpMkLst>
        </pc:cxnChg>
        <pc:cxnChg chg="add mod">
          <ac:chgData name="Naveen Ramaswamy" userId="294402153de7d7c0" providerId="LiveId" clId="{5FB21455-9E63-4AD3-9452-3137CF771FEE}" dt="2021-07-18T16:46:08.046" v="3175" actId="21"/>
          <ac:cxnSpMkLst>
            <pc:docMk/>
            <pc:sldMk cId="2965167524" sldId="288"/>
            <ac:cxnSpMk id="100" creationId="{FE60BA35-5CF0-4E78-86A4-EA129C5D2E18}"/>
          </ac:cxnSpMkLst>
        </pc:cxnChg>
      </pc:sldChg>
      <pc:sldChg chg="addSp delSp modSp new mod">
        <pc:chgData name="Naveen Ramaswamy" userId="294402153de7d7c0" providerId="LiveId" clId="{5FB21455-9E63-4AD3-9452-3137CF771FEE}" dt="2021-07-18T17:06:38.673" v="4038" actId="1076"/>
        <pc:sldMkLst>
          <pc:docMk/>
          <pc:sldMk cId="256678177" sldId="289"/>
        </pc:sldMkLst>
        <pc:spChg chg="del">
          <ac:chgData name="Naveen Ramaswamy" userId="294402153de7d7c0" providerId="LiveId" clId="{5FB21455-9E63-4AD3-9452-3137CF771FEE}" dt="2021-07-18T16:37:26.868" v="2984" actId="478"/>
          <ac:spMkLst>
            <pc:docMk/>
            <pc:sldMk cId="256678177" sldId="289"/>
            <ac:spMk id="2" creationId="{0C985CBE-E9F2-4ACA-B161-320BCF865873}"/>
          </ac:spMkLst>
        </pc:spChg>
        <pc:spChg chg="del">
          <ac:chgData name="Naveen Ramaswamy" userId="294402153de7d7c0" providerId="LiveId" clId="{5FB21455-9E63-4AD3-9452-3137CF771FEE}" dt="2021-07-18T16:37:24.140" v="2983" actId="478"/>
          <ac:spMkLst>
            <pc:docMk/>
            <pc:sldMk cId="256678177" sldId="289"/>
            <ac:spMk id="3" creationId="{6226FAEB-2954-4BF7-8280-B57AB6A506BF}"/>
          </ac:spMkLst>
        </pc:spChg>
        <pc:spChg chg="mod">
          <ac:chgData name="Naveen Ramaswamy" userId="294402153de7d7c0" providerId="LiveId" clId="{5FB21455-9E63-4AD3-9452-3137CF771FEE}" dt="2021-07-18T16:48:47.928" v="3178"/>
          <ac:spMkLst>
            <pc:docMk/>
            <pc:sldMk cId="256678177" sldId="289"/>
            <ac:spMk id="6" creationId="{FBC23E6C-017A-45E8-8F5E-297EC41008CA}"/>
          </ac:spMkLst>
        </pc:spChg>
        <pc:spChg chg="mod">
          <ac:chgData name="Naveen Ramaswamy" userId="294402153de7d7c0" providerId="LiveId" clId="{5FB21455-9E63-4AD3-9452-3137CF771FEE}" dt="2021-07-18T16:48:47.928" v="3178"/>
          <ac:spMkLst>
            <pc:docMk/>
            <pc:sldMk cId="256678177" sldId="289"/>
            <ac:spMk id="9" creationId="{2ECCA67A-36D8-4F54-B5E7-31DEC66681AA}"/>
          </ac:spMkLst>
        </pc:spChg>
        <pc:spChg chg="mod">
          <ac:chgData name="Naveen Ramaswamy" userId="294402153de7d7c0" providerId="LiveId" clId="{5FB21455-9E63-4AD3-9452-3137CF771FEE}" dt="2021-07-18T16:48:47.928" v="3178"/>
          <ac:spMkLst>
            <pc:docMk/>
            <pc:sldMk cId="256678177" sldId="289"/>
            <ac:spMk id="10" creationId="{31846DEF-B274-4C71-AB6C-CACC4BDCC207}"/>
          </ac:spMkLst>
        </pc:spChg>
        <pc:spChg chg="del mod">
          <ac:chgData name="Naveen Ramaswamy" userId="294402153de7d7c0" providerId="LiveId" clId="{5FB21455-9E63-4AD3-9452-3137CF771FEE}" dt="2021-07-18T16:52:52.163" v="3260" actId="478"/>
          <ac:spMkLst>
            <pc:docMk/>
            <pc:sldMk cId="256678177" sldId="289"/>
            <ac:spMk id="11" creationId="{0186FB6E-C9BD-4D72-A76E-4626E4635EB3}"/>
          </ac:spMkLst>
        </pc:spChg>
        <pc:spChg chg="del mod">
          <ac:chgData name="Naveen Ramaswamy" userId="294402153de7d7c0" providerId="LiveId" clId="{5FB21455-9E63-4AD3-9452-3137CF771FEE}" dt="2021-07-18T16:51:21.571" v="3223" actId="478"/>
          <ac:spMkLst>
            <pc:docMk/>
            <pc:sldMk cId="256678177" sldId="289"/>
            <ac:spMk id="12" creationId="{ED5CE26F-25DA-446E-B2C5-F71616AC4350}"/>
          </ac:spMkLst>
        </pc:spChg>
        <pc:spChg chg="mod">
          <ac:chgData name="Naveen Ramaswamy" userId="294402153de7d7c0" providerId="LiveId" clId="{5FB21455-9E63-4AD3-9452-3137CF771FEE}" dt="2021-07-18T16:56:01.004" v="3461" actId="1076"/>
          <ac:spMkLst>
            <pc:docMk/>
            <pc:sldMk cId="256678177" sldId="289"/>
            <ac:spMk id="13" creationId="{E638DF66-7F16-4EBB-A6E4-F5002682C7A3}"/>
          </ac:spMkLst>
        </pc:spChg>
        <pc:spChg chg="mod">
          <ac:chgData name="Naveen Ramaswamy" userId="294402153de7d7c0" providerId="LiveId" clId="{5FB21455-9E63-4AD3-9452-3137CF771FEE}" dt="2021-07-18T16:55:17.993" v="3454" actId="20577"/>
          <ac:spMkLst>
            <pc:docMk/>
            <pc:sldMk cId="256678177" sldId="289"/>
            <ac:spMk id="14" creationId="{8400F368-6166-4FFA-81DB-E1602EEF77CC}"/>
          </ac:spMkLst>
        </pc:spChg>
        <pc:spChg chg="mod">
          <ac:chgData name="Naveen Ramaswamy" userId="294402153de7d7c0" providerId="LiveId" clId="{5FB21455-9E63-4AD3-9452-3137CF771FEE}" dt="2021-07-18T16:48:47.928" v="3178"/>
          <ac:spMkLst>
            <pc:docMk/>
            <pc:sldMk cId="256678177" sldId="289"/>
            <ac:spMk id="15" creationId="{D6C2BB48-A0CB-480E-AE67-AB09FC59D30C}"/>
          </ac:spMkLst>
        </pc:spChg>
        <pc:spChg chg="del mod">
          <ac:chgData name="Naveen Ramaswamy" userId="294402153de7d7c0" providerId="LiveId" clId="{5FB21455-9E63-4AD3-9452-3137CF771FEE}" dt="2021-07-18T16:51:21.571" v="3223" actId="478"/>
          <ac:spMkLst>
            <pc:docMk/>
            <pc:sldMk cId="256678177" sldId="289"/>
            <ac:spMk id="20" creationId="{AAFE984C-E5D4-4393-B142-C965BDCDA0DE}"/>
          </ac:spMkLst>
        </pc:spChg>
        <pc:spChg chg="del mod">
          <ac:chgData name="Naveen Ramaswamy" userId="294402153de7d7c0" providerId="LiveId" clId="{5FB21455-9E63-4AD3-9452-3137CF771FEE}" dt="2021-07-18T16:51:21.571" v="3223" actId="478"/>
          <ac:spMkLst>
            <pc:docMk/>
            <pc:sldMk cId="256678177" sldId="289"/>
            <ac:spMk id="21" creationId="{CC17FC5A-510C-4878-B521-BEC4D09D25B7}"/>
          </ac:spMkLst>
        </pc:spChg>
        <pc:spChg chg="del mod">
          <ac:chgData name="Naveen Ramaswamy" userId="294402153de7d7c0" providerId="LiveId" clId="{5FB21455-9E63-4AD3-9452-3137CF771FEE}" dt="2021-07-18T16:51:21.571" v="3223" actId="478"/>
          <ac:spMkLst>
            <pc:docMk/>
            <pc:sldMk cId="256678177" sldId="289"/>
            <ac:spMk id="22" creationId="{1F72DD0E-667E-4CA9-913F-89F4C42B8A13}"/>
          </ac:spMkLst>
        </pc:spChg>
        <pc:spChg chg="mod">
          <ac:chgData name="Naveen Ramaswamy" userId="294402153de7d7c0" providerId="LiveId" clId="{5FB21455-9E63-4AD3-9452-3137CF771FEE}" dt="2021-07-18T16:48:47.928" v="3178"/>
          <ac:spMkLst>
            <pc:docMk/>
            <pc:sldMk cId="256678177" sldId="289"/>
            <ac:spMk id="27" creationId="{DADB19B1-D657-424F-8CA3-154B8EA09926}"/>
          </ac:spMkLst>
        </pc:spChg>
        <pc:spChg chg="del mod">
          <ac:chgData name="Naveen Ramaswamy" userId="294402153de7d7c0" providerId="LiveId" clId="{5FB21455-9E63-4AD3-9452-3137CF771FEE}" dt="2021-07-18T16:51:25.522" v="3224" actId="478"/>
          <ac:spMkLst>
            <pc:docMk/>
            <pc:sldMk cId="256678177" sldId="289"/>
            <ac:spMk id="31" creationId="{6DCE7907-1D8D-448C-ABC5-544E3F64DB9D}"/>
          </ac:spMkLst>
        </pc:spChg>
        <pc:spChg chg="del mod">
          <ac:chgData name="Naveen Ramaswamy" userId="294402153de7d7c0" providerId="LiveId" clId="{5FB21455-9E63-4AD3-9452-3137CF771FEE}" dt="2021-07-18T16:51:25.522" v="3224" actId="478"/>
          <ac:spMkLst>
            <pc:docMk/>
            <pc:sldMk cId="256678177" sldId="289"/>
            <ac:spMk id="32" creationId="{343B14BF-5126-496D-B3AD-DA9F09C9EFD4}"/>
          </ac:spMkLst>
        </pc:spChg>
        <pc:spChg chg="add mod">
          <ac:chgData name="Naveen Ramaswamy" userId="294402153de7d7c0" providerId="LiveId" clId="{5FB21455-9E63-4AD3-9452-3137CF771FEE}" dt="2021-07-18T16:57:15.960" v="3476" actId="20577"/>
          <ac:spMkLst>
            <pc:docMk/>
            <pc:sldMk cId="256678177" sldId="289"/>
            <ac:spMk id="33" creationId="{D194A549-BB69-44ED-8178-ADB1D9F27C51}"/>
          </ac:spMkLst>
        </pc:spChg>
        <pc:spChg chg="add del mod">
          <ac:chgData name="Naveen Ramaswamy" userId="294402153de7d7c0" providerId="LiveId" clId="{5FB21455-9E63-4AD3-9452-3137CF771FEE}" dt="2021-07-18T16:53:55.506" v="3359" actId="478"/>
          <ac:spMkLst>
            <pc:docMk/>
            <pc:sldMk cId="256678177" sldId="289"/>
            <ac:spMk id="37" creationId="{C7AFCC3F-5088-41ED-AACA-9CE1F26BB550}"/>
          </ac:spMkLst>
        </pc:spChg>
        <pc:spChg chg="add mod">
          <ac:chgData name="Naveen Ramaswamy" userId="294402153de7d7c0" providerId="LiveId" clId="{5FB21455-9E63-4AD3-9452-3137CF771FEE}" dt="2021-07-18T16:56:24.235" v="3463" actId="164"/>
          <ac:spMkLst>
            <pc:docMk/>
            <pc:sldMk cId="256678177" sldId="289"/>
            <ac:spMk id="38" creationId="{ED939566-001D-4736-87AD-FAB30B0BACE8}"/>
          </ac:spMkLst>
        </pc:spChg>
        <pc:spChg chg="add mod">
          <ac:chgData name="Naveen Ramaswamy" userId="294402153de7d7c0" providerId="LiveId" clId="{5FB21455-9E63-4AD3-9452-3137CF771FEE}" dt="2021-07-18T17:06:36.215" v="4036" actId="164"/>
          <ac:spMkLst>
            <pc:docMk/>
            <pc:sldMk cId="256678177" sldId="289"/>
            <ac:spMk id="51" creationId="{5D3EFD30-D81E-463A-8CD8-AA78722D9C46}"/>
          </ac:spMkLst>
        </pc:spChg>
        <pc:spChg chg="add mod">
          <ac:chgData name="Naveen Ramaswamy" userId="294402153de7d7c0" providerId="LiveId" clId="{5FB21455-9E63-4AD3-9452-3137CF771FEE}" dt="2021-07-18T17:06:36.215" v="4036" actId="164"/>
          <ac:spMkLst>
            <pc:docMk/>
            <pc:sldMk cId="256678177" sldId="289"/>
            <ac:spMk id="52" creationId="{BFAA85CF-CFAE-4949-A640-ABC0D2838EB2}"/>
          </ac:spMkLst>
        </pc:spChg>
        <pc:grpChg chg="add mod">
          <ac:chgData name="Naveen Ramaswamy" userId="294402153de7d7c0" providerId="LiveId" clId="{5FB21455-9E63-4AD3-9452-3137CF771FEE}" dt="2021-07-18T16:56:24.235" v="3463" actId="164"/>
          <ac:grpSpMkLst>
            <pc:docMk/>
            <pc:sldMk cId="256678177" sldId="289"/>
            <ac:grpSpMk id="4" creationId="{EB9CD683-0C77-4888-A9A6-0654BD94F3C4}"/>
          </ac:grpSpMkLst>
        </pc:grpChg>
        <pc:grpChg chg="mod">
          <ac:chgData name="Naveen Ramaswamy" userId="294402153de7d7c0" providerId="LiveId" clId="{5FB21455-9E63-4AD3-9452-3137CF771FEE}" dt="2021-07-18T16:48:47.928" v="3178"/>
          <ac:grpSpMkLst>
            <pc:docMk/>
            <pc:sldMk cId="256678177" sldId="289"/>
            <ac:grpSpMk id="5" creationId="{F4C899CA-9FF0-41E9-A275-569F1BDAF828}"/>
          </ac:grpSpMkLst>
        </pc:grpChg>
        <pc:grpChg chg="add mod">
          <ac:chgData name="Naveen Ramaswamy" userId="294402153de7d7c0" providerId="LiveId" clId="{5FB21455-9E63-4AD3-9452-3137CF771FEE}" dt="2021-07-18T17:06:36.215" v="4036" actId="164"/>
          <ac:grpSpMkLst>
            <pc:docMk/>
            <pc:sldMk cId="256678177" sldId="289"/>
            <ac:grpSpMk id="50" creationId="{73421B57-CA62-40FA-97D8-AED59BAEEC4C}"/>
          </ac:grpSpMkLst>
        </pc:grpChg>
        <pc:grpChg chg="add mod">
          <ac:chgData name="Naveen Ramaswamy" userId="294402153de7d7c0" providerId="LiveId" clId="{5FB21455-9E63-4AD3-9452-3137CF771FEE}" dt="2021-07-18T17:06:38.673" v="4038" actId="1076"/>
          <ac:grpSpMkLst>
            <pc:docMk/>
            <pc:sldMk cId="256678177" sldId="289"/>
            <ac:grpSpMk id="53" creationId="{E0A1B421-3078-4738-8235-C7BC984A7AF0}"/>
          </ac:grpSpMkLst>
        </pc:grpChg>
        <pc:cxnChg chg="mod">
          <ac:chgData name="Naveen Ramaswamy" userId="294402153de7d7c0" providerId="LiveId" clId="{5FB21455-9E63-4AD3-9452-3137CF771FEE}" dt="2021-07-18T16:48:47.928" v="3178"/>
          <ac:cxnSpMkLst>
            <pc:docMk/>
            <pc:sldMk cId="256678177" sldId="289"/>
            <ac:cxnSpMk id="7" creationId="{0D3D247E-010D-45FB-AC77-912D57504CBE}"/>
          </ac:cxnSpMkLst>
        </pc:cxnChg>
        <pc:cxnChg chg="mod">
          <ac:chgData name="Naveen Ramaswamy" userId="294402153de7d7c0" providerId="LiveId" clId="{5FB21455-9E63-4AD3-9452-3137CF771FEE}" dt="2021-07-18T16:48:47.928" v="3178"/>
          <ac:cxnSpMkLst>
            <pc:docMk/>
            <pc:sldMk cId="256678177" sldId="289"/>
            <ac:cxnSpMk id="8" creationId="{1076E595-F5BD-43CF-9228-9758167B8D57}"/>
          </ac:cxnSpMkLst>
        </pc:cxnChg>
        <pc:cxnChg chg="del mod">
          <ac:chgData name="Naveen Ramaswamy" userId="294402153de7d7c0" providerId="LiveId" clId="{5FB21455-9E63-4AD3-9452-3137CF771FEE}" dt="2021-07-18T16:51:49.580" v="3230" actId="478"/>
          <ac:cxnSpMkLst>
            <pc:docMk/>
            <pc:sldMk cId="256678177" sldId="289"/>
            <ac:cxnSpMk id="16" creationId="{B5758D19-361D-4B9E-9152-5E03698A7EBD}"/>
          </ac:cxnSpMkLst>
        </pc:cxnChg>
        <pc:cxnChg chg="del mod">
          <ac:chgData name="Naveen Ramaswamy" userId="294402153de7d7c0" providerId="LiveId" clId="{5FB21455-9E63-4AD3-9452-3137CF771FEE}" dt="2021-07-18T16:51:47.516" v="3229" actId="478"/>
          <ac:cxnSpMkLst>
            <pc:docMk/>
            <pc:sldMk cId="256678177" sldId="289"/>
            <ac:cxnSpMk id="17" creationId="{51C2442D-FB82-4AA9-953E-F75828C2148B}"/>
          </ac:cxnSpMkLst>
        </pc:cxnChg>
        <pc:cxnChg chg="del mod">
          <ac:chgData name="Naveen Ramaswamy" userId="294402153de7d7c0" providerId="LiveId" clId="{5FB21455-9E63-4AD3-9452-3137CF771FEE}" dt="2021-07-18T16:51:34.243" v="3226" actId="478"/>
          <ac:cxnSpMkLst>
            <pc:docMk/>
            <pc:sldMk cId="256678177" sldId="289"/>
            <ac:cxnSpMk id="18" creationId="{205D2E7F-F687-4792-984B-39B903A3B308}"/>
          </ac:cxnSpMkLst>
        </pc:cxnChg>
        <pc:cxnChg chg="del mod">
          <ac:chgData name="Naveen Ramaswamy" userId="294402153de7d7c0" providerId="LiveId" clId="{5FB21455-9E63-4AD3-9452-3137CF771FEE}" dt="2021-07-18T16:51:53.342" v="3232" actId="478"/>
          <ac:cxnSpMkLst>
            <pc:docMk/>
            <pc:sldMk cId="256678177" sldId="289"/>
            <ac:cxnSpMk id="19" creationId="{5F6B73B6-DD49-4D8B-9DC5-B82126100CD4}"/>
          </ac:cxnSpMkLst>
        </pc:cxnChg>
        <pc:cxnChg chg="del mod">
          <ac:chgData name="Naveen Ramaswamy" userId="294402153de7d7c0" providerId="LiveId" clId="{5FB21455-9E63-4AD3-9452-3137CF771FEE}" dt="2021-07-18T16:51:21.571" v="3223" actId="478"/>
          <ac:cxnSpMkLst>
            <pc:docMk/>
            <pc:sldMk cId="256678177" sldId="289"/>
            <ac:cxnSpMk id="23" creationId="{10220ACC-5EC8-4605-9A1E-84A55074E96C}"/>
          </ac:cxnSpMkLst>
        </pc:cxnChg>
        <pc:cxnChg chg="del mod">
          <ac:chgData name="Naveen Ramaswamy" userId="294402153de7d7c0" providerId="LiveId" clId="{5FB21455-9E63-4AD3-9452-3137CF771FEE}" dt="2021-07-18T16:51:21.571" v="3223" actId="478"/>
          <ac:cxnSpMkLst>
            <pc:docMk/>
            <pc:sldMk cId="256678177" sldId="289"/>
            <ac:cxnSpMk id="24" creationId="{01D14FB0-623E-4244-9288-43B695AEC9A5}"/>
          </ac:cxnSpMkLst>
        </pc:cxnChg>
        <pc:cxnChg chg="del mod">
          <ac:chgData name="Naveen Ramaswamy" userId="294402153de7d7c0" providerId="LiveId" clId="{5FB21455-9E63-4AD3-9452-3137CF771FEE}" dt="2021-07-18T16:51:21.571" v="3223" actId="478"/>
          <ac:cxnSpMkLst>
            <pc:docMk/>
            <pc:sldMk cId="256678177" sldId="289"/>
            <ac:cxnSpMk id="25" creationId="{7783EA35-EB85-4D78-B386-82D02BCFF011}"/>
          </ac:cxnSpMkLst>
        </pc:cxnChg>
        <pc:cxnChg chg="mod">
          <ac:chgData name="Naveen Ramaswamy" userId="294402153de7d7c0" providerId="LiveId" clId="{5FB21455-9E63-4AD3-9452-3137CF771FEE}" dt="2021-07-18T16:48:47.928" v="3178"/>
          <ac:cxnSpMkLst>
            <pc:docMk/>
            <pc:sldMk cId="256678177" sldId="289"/>
            <ac:cxnSpMk id="26" creationId="{E4423F81-839B-46F9-B01F-82BE6B1CF943}"/>
          </ac:cxnSpMkLst>
        </pc:cxnChg>
        <pc:cxnChg chg="del mod">
          <ac:chgData name="Naveen Ramaswamy" userId="294402153de7d7c0" providerId="LiveId" clId="{5FB21455-9E63-4AD3-9452-3137CF771FEE}" dt="2021-07-18T16:51:30.399" v="3225" actId="478"/>
          <ac:cxnSpMkLst>
            <pc:docMk/>
            <pc:sldMk cId="256678177" sldId="289"/>
            <ac:cxnSpMk id="28" creationId="{87FC1C25-4581-49F4-B1D6-C41BD63A76C9}"/>
          </ac:cxnSpMkLst>
        </pc:cxnChg>
        <pc:cxnChg chg="mod">
          <ac:chgData name="Naveen Ramaswamy" userId="294402153de7d7c0" providerId="LiveId" clId="{5FB21455-9E63-4AD3-9452-3137CF771FEE}" dt="2021-07-18T16:48:47.928" v="3178"/>
          <ac:cxnSpMkLst>
            <pc:docMk/>
            <pc:sldMk cId="256678177" sldId="289"/>
            <ac:cxnSpMk id="29" creationId="{358FA39C-67F8-4650-B240-3A85B3B6810F}"/>
          </ac:cxnSpMkLst>
        </pc:cxnChg>
        <pc:cxnChg chg="mod">
          <ac:chgData name="Naveen Ramaswamy" userId="294402153de7d7c0" providerId="LiveId" clId="{5FB21455-9E63-4AD3-9452-3137CF771FEE}" dt="2021-07-18T16:48:47.928" v="3178"/>
          <ac:cxnSpMkLst>
            <pc:docMk/>
            <pc:sldMk cId="256678177" sldId="289"/>
            <ac:cxnSpMk id="30" creationId="{6A3F6A48-A8C8-47D7-B9C3-ED0F2B7F5A3A}"/>
          </ac:cxnSpMkLst>
        </pc:cxnChg>
        <pc:cxnChg chg="add mod">
          <ac:chgData name="Naveen Ramaswamy" userId="294402153de7d7c0" providerId="LiveId" clId="{5FB21455-9E63-4AD3-9452-3137CF771FEE}" dt="2021-07-18T16:56:24.235" v="3463" actId="164"/>
          <ac:cxnSpMkLst>
            <pc:docMk/>
            <pc:sldMk cId="256678177" sldId="289"/>
            <ac:cxnSpMk id="40" creationId="{FF19884B-F02D-4518-8732-A66884646D91}"/>
          </ac:cxnSpMkLst>
        </pc:cxnChg>
        <pc:cxnChg chg="add mod">
          <ac:chgData name="Naveen Ramaswamy" userId="294402153de7d7c0" providerId="LiveId" clId="{5FB21455-9E63-4AD3-9452-3137CF771FEE}" dt="2021-07-18T16:56:24.235" v="3463" actId="164"/>
          <ac:cxnSpMkLst>
            <pc:docMk/>
            <pc:sldMk cId="256678177" sldId="289"/>
            <ac:cxnSpMk id="42" creationId="{A4681474-3140-4330-8BF6-D392B2D8FE5F}"/>
          </ac:cxnSpMkLst>
        </pc:cxnChg>
        <pc:cxnChg chg="add mod">
          <ac:chgData name="Naveen Ramaswamy" userId="294402153de7d7c0" providerId="LiveId" clId="{5FB21455-9E63-4AD3-9452-3137CF771FEE}" dt="2021-07-18T16:56:24.235" v="3463" actId="164"/>
          <ac:cxnSpMkLst>
            <pc:docMk/>
            <pc:sldMk cId="256678177" sldId="289"/>
            <ac:cxnSpMk id="44" creationId="{73383CBA-6B66-46E3-B5A6-DA70DC0121D0}"/>
          </ac:cxnSpMkLst>
        </pc:cxnChg>
      </pc:sldChg>
      <pc:sldChg chg="addSp delSp modSp new mod">
        <pc:chgData name="Naveen Ramaswamy" userId="294402153de7d7c0" providerId="LiveId" clId="{5FB21455-9E63-4AD3-9452-3137CF771FEE}" dt="2021-07-18T17:06:43.050" v="4040" actId="1076"/>
        <pc:sldMkLst>
          <pc:docMk/>
          <pc:sldMk cId="1020662069" sldId="290"/>
        </pc:sldMkLst>
        <pc:spChg chg="del">
          <ac:chgData name="Naveen Ramaswamy" userId="294402153de7d7c0" providerId="LiveId" clId="{5FB21455-9E63-4AD3-9452-3137CF771FEE}" dt="2021-07-18T16:56:59.076" v="3467" actId="478"/>
          <ac:spMkLst>
            <pc:docMk/>
            <pc:sldMk cId="1020662069" sldId="290"/>
            <ac:spMk id="2" creationId="{A66F4738-C266-4992-82B7-71D3F35B0E0F}"/>
          </ac:spMkLst>
        </pc:spChg>
        <pc:spChg chg="del">
          <ac:chgData name="Naveen Ramaswamy" userId="294402153de7d7c0" providerId="LiveId" clId="{5FB21455-9E63-4AD3-9452-3137CF771FEE}" dt="2021-07-18T16:56:57.208" v="3466" actId="478"/>
          <ac:spMkLst>
            <pc:docMk/>
            <pc:sldMk cId="1020662069" sldId="290"/>
            <ac:spMk id="3" creationId="{D41110E2-C688-44F2-BCF0-F69E68455004}"/>
          </ac:spMkLst>
        </pc:spChg>
        <pc:spChg chg="mod">
          <ac:chgData name="Naveen Ramaswamy" userId="294402153de7d7c0" providerId="LiveId" clId="{5FB21455-9E63-4AD3-9452-3137CF771FEE}" dt="2021-07-18T17:01:45.474" v="3873" actId="14100"/>
          <ac:spMkLst>
            <pc:docMk/>
            <pc:sldMk cId="1020662069" sldId="290"/>
            <ac:spMk id="6" creationId="{02ED4050-6D9A-4D68-8EF9-A49F34967B71}"/>
          </ac:spMkLst>
        </pc:spChg>
        <pc:spChg chg="del mod">
          <ac:chgData name="Naveen Ramaswamy" userId="294402153de7d7c0" providerId="LiveId" clId="{5FB21455-9E63-4AD3-9452-3137CF771FEE}" dt="2021-07-18T17:03:14.639" v="3991" actId="478"/>
          <ac:spMkLst>
            <pc:docMk/>
            <pc:sldMk cId="1020662069" sldId="290"/>
            <ac:spMk id="11" creationId="{71CFCA67-861B-473B-82CB-4EF3A4486D3D}"/>
          </ac:spMkLst>
        </pc:spChg>
        <pc:spChg chg="mod">
          <ac:chgData name="Naveen Ramaswamy" userId="294402153de7d7c0" providerId="LiveId" clId="{5FB21455-9E63-4AD3-9452-3137CF771FEE}" dt="2021-07-18T16:57:02.496" v="3468"/>
          <ac:spMkLst>
            <pc:docMk/>
            <pc:sldMk cId="1020662069" sldId="290"/>
            <ac:spMk id="14" creationId="{68031DC2-449E-4607-871A-7D9FB6BD4426}"/>
          </ac:spMkLst>
        </pc:spChg>
        <pc:spChg chg="mod">
          <ac:chgData name="Naveen Ramaswamy" userId="294402153de7d7c0" providerId="LiveId" clId="{5FB21455-9E63-4AD3-9452-3137CF771FEE}" dt="2021-07-18T16:57:02.496" v="3468"/>
          <ac:spMkLst>
            <pc:docMk/>
            <pc:sldMk cId="1020662069" sldId="290"/>
            <ac:spMk id="15" creationId="{859164EB-BE5E-4D0F-9661-26C0A12ED7CA}"/>
          </ac:spMkLst>
        </pc:spChg>
        <pc:spChg chg="mod">
          <ac:chgData name="Naveen Ramaswamy" userId="294402153de7d7c0" providerId="LiveId" clId="{5FB21455-9E63-4AD3-9452-3137CF771FEE}" dt="2021-07-18T16:59:16.438" v="3677" actId="14100"/>
          <ac:spMkLst>
            <pc:docMk/>
            <pc:sldMk cId="1020662069" sldId="290"/>
            <ac:spMk id="16" creationId="{65080B57-7C4D-4E16-A113-821255ED48AC}"/>
          </ac:spMkLst>
        </pc:spChg>
        <pc:spChg chg="mod">
          <ac:chgData name="Naveen Ramaswamy" userId="294402153de7d7c0" providerId="LiveId" clId="{5FB21455-9E63-4AD3-9452-3137CF771FEE}" dt="2021-07-18T17:00:52.438" v="3821" actId="14100"/>
          <ac:spMkLst>
            <pc:docMk/>
            <pc:sldMk cId="1020662069" sldId="290"/>
            <ac:spMk id="17" creationId="{F2FE9C6B-1FEE-44C5-8D18-28FC279DCF74}"/>
          </ac:spMkLst>
        </pc:spChg>
        <pc:spChg chg="mod">
          <ac:chgData name="Naveen Ramaswamy" userId="294402153de7d7c0" providerId="LiveId" clId="{5FB21455-9E63-4AD3-9452-3137CF771FEE}" dt="2021-07-18T17:01:08.050" v="3838" actId="20577"/>
          <ac:spMkLst>
            <pc:docMk/>
            <pc:sldMk cId="1020662069" sldId="290"/>
            <ac:spMk id="18" creationId="{80050CBD-B22D-4077-BE4F-A3EFB9F8F62D}"/>
          </ac:spMkLst>
        </pc:spChg>
        <pc:spChg chg="mod">
          <ac:chgData name="Naveen Ramaswamy" userId="294402153de7d7c0" providerId="LiveId" clId="{5FB21455-9E63-4AD3-9452-3137CF771FEE}" dt="2021-07-18T17:03:28.199" v="3995" actId="14100"/>
          <ac:spMkLst>
            <pc:docMk/>
            <pc:sldMk cId="1020662069" sldId="290"/>
            <ac:spMk id="20" creationId="{7306E932-E15B-4F8B-B06D-DBDE359513FE}"/>
          </ac:spMkLst>
        </pc:spChg>
        <pc:spChg chg="add mod">
          <ac:chgData name="Naveen Ramaswamy" userId="294402153de7d7c0" providerId="LiveId" clId="{5FB21455-9E63-4AD3-9452-3137CF771FEE}" dt="2021-07-18T16:57:27.097" v="3486" actId="20577"/>
          <ac:spMkLst>
            <pc:docMk/>
            <pc:sldMk cId="1020662069" sldId="290"/>
            <ac:spMk id="23" creationId="{FC6A3C2D-F48D-4E6B-9EA8-D35A12881DB2}"/>
          </ac:spMkLst>
        </pc:spChg>
        <pc:spChg chg="add mod">
          <ac:chgData name="Naveen Ramaswamy" userId="294402153de7d7c0" providerId="LiveId" clId="{5FB21455-9E63-4AD3-9452-3137CF771FEE}" dt="2021-07-18T17:05:05.846" v="4014" actId="164"/>
          <ac:spMkLst>
            <pc:docMk/>
            <pc:sldMk cId="1020662069" sldId="290"/>
            <ac:spMk id="55" creationId="{17BB5BB8-53D3-49E3-B8AC-26D8376D7130}"/>
          </ac:spMkLst>
        </pc:spChg>
        <pc:spChg chg="add mod">
          <ac:chgData name="Naveen Ramaswamy" userId="294402153de7d7c0" providerId="LiveId" clId="{5FB21455-9E63-4AD3-9452-3137CF771FEE}" dt="2021-07-18T17:05:05.846" v="4014" actId="164"/>
          <ac:spMkLst>
            <pc:docMk/>
            <pc:sldMk cId="1020662069" sldId="290"/>
            <ac:spMk id="56" creationId="{3B05306A-154E-4E6B-80E0-AA12313E6191}"/>
          </ac:spMkLst>
        </pc:spChg>
        <pc:grpChg chg="add mod">
          <ac:chgData name="Naveen Ramaswamy" userId="294402153de7d7c0" providerId="LiveId" clId="{5FB21455-9E63-4AD3-9452-3137CF771FEE}" dt="2021-07-18T17:05:05.846" v="4014" actId="164"/>
          <ac:grpSpMkLst>
            <pc:docMk/>
            <pc:sldMk cId="1020662069" sldId="290"/>
            <ac:grpSpMk id="4" creationId="{BBAD4B23-99AA-489A-9D0A-2C37341CE87F}"/>
          </ac:grpSpMkLst>
        </pc:grpChg>
        <pc:grpChg chg="del mod">
          <ac:chgData name="Naveen Ramaswamy" userId="294402153de7d7c0" providerId="LiveId" clId="{5FB21455-9E63-4AD3-9452-3137CF771FEE}" dt="2021-07-18T17:03:18.473" v="3992" actId="478"/>
          <ac:grpSpMkLst>
            <pc:docMk/>
            <pc:sldMk cId="1020662069" sldId="290"/>
            <ac:grpSpMk id="5" creationId="{5532D0E8-BA4D-411B-B882-AA3A61010DFF}"/>
          </ac:grpSpMkLst>
        </pc:grpChg>
        <pc:grpChg chg="mod">
          <ac:chgData name="Naveen Ramaswamy" userId="294402153de7d7c0" providerId="LiveId" clId="{5FB21455-9E63-4AD3-9452-3137CF771FEE}" dt="2021-07-18T16:57:02.496" v="3468"/>
          <ac:grpSpMkLst>
            <pc:docMk/>
            <pc:sldMk cId="1020662069" sldId="290"/>
            <ac:grpSpMk id="10" creationId="{80382591-A1AA-4199-9FF7-116FF3634278}"/>
          </ac:grpSpMkLst>
        </pc:grpChg>
        <pc:grpChg chg="add mod">
          <ac:chgData name="Naveen Ramaswamy" userId="294402153de7d7c0" providerId="LiveId" clId="{5FB21455-9E63-4AD3-9452-3137CF771FEE}" dt="2021-07-18T17:06:43.050" v="4040" actId="1076"/>
          <ac:grpSpMkLst>
            <pc:docMk/>
            <pc:sldMk cId="1020662069" sldId="290"/>
            <ac:grpSpMk id="57" creationId="{935BEB64-96BC-4D6D-8C9E-E8D6A5313185}"/>
          </ac:grpSpMkLst>
        </pc:grpChg>
        <pc:cxnChg chg="mod">
          <ac:chgData name="Naveen Ramaswamy" userId="294402153de7d7c0" providerId="LiveId" clId="{5FB21455-9E63-4AD3-9452-3137CF771FEE}" dt="2021-07-18T16:59:16.438" v="3677" actId="14100"/>
          <ac:cxnSpMkLst>
            <pc:docMk/>
            <pc:sldMk cId="1020662069" sldId="290"/>
            <ac:cxnSpMk id="7" creationId="{05337C05-9F61-4570-B1D7-12B1976DA03C}"/>
          </ac:cxnSpMkLst>
        </pc:cxnChg>
        <pc:cxnChg chg="mod">
          <ac:chgData name="Naveen Ramaswamy" userId="294402153de7d7c0" providerId="LiveId" clId="{5FB21455-9E63-4AD3-9452-3137CF771FEE}" dt="2021-07-18T17:01:45.474" v="3873" actId="14100"/>
          <ac:cxnSpMkLst>
            <pc:docMk/>
            <pc:sldMk cId="1020662069" sldId="290"/>
            <ac:cxnSpMk id="8" creationId="{2489715C-AF58-4329-8F73-2895776C3BB4}"/>
          </ac:cxnSpMkLst>
        </pc:cxnChg>
        <pc:cxnChg chg="mod">
          <ac:chgData name="Naveen Ramaswamy" userId="294402153de7d7c0" providerId="LiveId" clId="{5FB21455-9E63-4AD3-9452-3137CF771FEE}" dt="2021-07-18T17:01:45.474" v="3873" actId="14100"/>
          <ac:cxnSpMkLst>
            <pc:docMk/>
            <pc:sldMk cId="1020662069" sldId="290"/>
            <ac:cxnSpMk id="9" creationId="{3C96B3A1-7E8A-4B8A-B9D0-FEB8A42BA8DE}"/>
          </ac:cxnSpMkLst>
        </pc:cxnChg>
        <pc:cxnChg chg="del mod">
          <ac:chgData name="Naveen Ramaswamy" userId="294402153de7d7c0" providerId="LiveId" clId="{5FB21455-9E63-4AD3-9452-3137CF771FEE}" dt="2021-07-18T17:03:18.473" v="3992" actId="478"/>
          <ac:cxnSpMkLst>
            <pc:docMk/>
            <pc:sldMk cId="1020662069" sldId="290"/>
            <ac:cxnSpMk id="12" creationId="{36E3FBEF-E4F8-4AE9-AE6C-F7966B75C7F2}"/>
          </ac:cxnSpMkLst>
        </pc:cxnChg>
        <pc:cxnChg chg="del mod">
          <ac:chgData name="Naveen Ramaswamy" userId="294402153de7d7c0" providerId="LiveId" clId="{5FB21455-9E63-4AD3-9452-3137CF771FEE}" dt="2021-07-18T17:03:18.473" v="3992" actId="478"/>
          <ac:cxnSpMkLst>
            <pc:docMk/>
            <pc:sldMk cId="1020662069" sldId="290"/>
            <ac:cxnSpMk id="13" creationId="{64BA0CF9-A5F7-470E-8E80-7014717D18ED}"/>
          </ac:cxnSpMkLst>
        </pc:cxnChg>
        <pc:cxnChg chg="mod">
          <ac:chgData name="Naveen Ramaswamy" userId="294402153de7d7c0" providerId="LiveId" clId="{5FB21455-9E63-4AD3-9452-3137CF771FEE}" dt="2021-07-18T17:00:52.438" v="3821" actId="14100"/>
          <ac:cxnSpMkLst>
            <pc:docMk/>
            <pc:sldMk cId="1020662069" sldId="290"/>
            <ac:cxnSpMk id="19" creationId="{67F9184D-BDA7-4384-B58E-2C848E3DBA6A}"/>
          </ac:cxnSpMkLst>
        </pc:cxnChg>
        <pc:cxnChg chg="mod">
          <ac:chgData name="Naveen Ramaswamy" userId="294402153de7d7c0" providerId="LiveId" clId="{5FB21455-9E63-4AD3-9452-3137CF771FEE}" dt="2021-07-18T16:57:02.496" v="3468"/>
          <ac:cxnSpMkLst>
            <pc:docMk/>
            <pc:sldMk cId="1020662069" sldId="290"/>
            <ac:cxnSpMk id="21" creationId="{363FF133-B9D8-4EF0-BE50-CB8A29F66881}"/>
          </ac:cxnSpMkLst>
        </pc:cxnChg>
        <pc:cxnChg chg="mod">
          <ac:chgData name="Naveen Ramaswamy" userId="294402153de7d7c0" providerId="LiveId" clId="{5FB21455-9E63-4AD3-9452-3137CF771FEE}" dt="2021-07-18T17:03:28.199" v="3995" actId="14100"/>
          <ac:cxnSpMkLst>
            <pc:docMk/>
            <pc:sldMk cId="1020662069" sldId="290"/>
            <ac:cxnSpMk id="22" creationId="{F2D20891-13D1-4BD1-A59F-74A5365261B8}"/>
          </ac:cxnSpMkLst>
        </pc:cxnChg>
        <pc:cxnChg chg="add del">
          <ac:chgData name="Naveen Ramaswamy" userId="294402153de7d7c0" providerId="LiveId" clId="{5FB21455-9E63-4AD3-9452-3137CF771FEE}" dt="2021-07-18T17:03:44.790" v="3997" actId="478"/>
          <ac:cxnSpMkLst>
            <pc:docMk/>
            <pc:sldMk cId="1020662069" sldId="290"/>
            <ac:cxnSpMk id="52" creationId="{B04FD9FB-13E8-4677-8E7E-6E0647A9AAA7}"/>
          </ac:cxnSpMkLst>
        </pc:cxnChg>
        <pc:cxnChg chg="add mod">
          <ac:chgData name="Naveen Ramaswamy" userId="294402153de7d7c0" providerId="LiveId" clId="{5FB21455-9E63-4AD3-9452-3137CF771FEE}" dt="2021-07-18T17:05:05.846" v="4014" actId="164"/>
          <ac:cxnSpMkLst>
            <pc:docMk/>
            <pc:sldMk cId="1020662069" sldId="290"/>
            <ac:cxnSpMk id="54" creationId="{2C61C572-1C5F-4D4C-8BBF-BF19901AC8FB}"/>
          </ac:cxnSpMkLst>
        </pc:cxnChg>
      </pc:sldChg>
      <pc:sldChg chg="addSp delSp modSp new mod">
        <pc:chgData name="Naveen Ramaswamy" userId="294402153de7d7c0" providerId="LiveId" clId="{5FB21455-9E63-4AD3-9452-3137CF771FEE}" dt="2021-07-19T09:40:34.579" v="6871" actId="20577"/>
        <pc:sldMkLst>
          <pc:docMk/>
          <pc:sldMk cId="3726913860" sldId="291"/>
        </pc:sldMkLst>
        <pc:spChg chg="mod">
          <ac:chgData name="Naveen Ramaswamy" userId="294402153de7d7c0" providerId="LiveId" clId="{5FB21455-9E63-4AD3-9452-3137CF771FEE}" dt="2021-07-19T03:52:13.217" v="5388" actId="114"/>
          <ac:spMkLst>
            <pc:docMk/>
            <pc:sldMk cId="3726913860" sldId="291"/>
            <ac:spMk id="2" creationId="{8BF43D82-8D1E-4577-AD81-76302B9C41C1}"/>
          </ac:spMkLst>
        </pc:spChg>
        <pc:spChg chg="del">
          <ac:chgData name="Naveen Ramaswamy" userId="294402153de7d7c0" providerId="LiveId" clId="{5FB21455-9E63-4AD3-9452-3137CF771FEE}" dt="2021-07-19T08:54:39.428" v="6090" actId="478"/>
          <ac:spMkLst>
            <pc:docMk/>
            <pc:sldMk cId="3726913860" sldId="291"/>
            <ac:spMk id="3" creationId="{70EC7FCE-5C4A-49F6-BC45-124B0F0281ED}"/>
          </ac:spMkLst>
        </pc:spChg>
        <pc:spChg chg="add mod">
          <ac:chgData name="Naveen Ramaswamy" userId="294402153de7d7c0" providerId="LiveId" clId="{5FB21455-9E63-4AD3-9452-3137CF771FEE}" dt="2021-07-19T09:40:34.579" v="6871" actId="20577"/>
          <ac:spMkLst>
            <pc:docMk/>
            <pc:sldMk cId="3726913860" sldId="291"/>
            <ac:spMk id="4" creationId="{2CF1C387-9BB6-4698-BBBC-740BB5FE8448}"/>
          </ac:spMkLst>
        </pc:spChg>
      </pc:sldChg>
      <pc:sldChg chg="addSp delSp modSp new mod">
        <pc:chgData name="Naveen Ramaswamy" userId="294402153de7d7c0" providerId="LiveId" clId="{5FB21455-9E63-4AD3-9452-3137CF771FEE}" dt="2021-07-19T10:40:02.601" v="7217" actId="20577"/>
        <pc:sldMkLst>
          <pc:docMk/>
          <pc:sldMk cId="1990509270" sldId="292"/>
        </pc:sldMkLst>
        <pc:spChg chg="del">
          <ac:chgData name="Naveen Ramaswamy" userId="294402153de7d7c0" providerId="LiveId" clId="{5FB21455-9E63-4AD3-9452-3137CF771FEE}" dt="2021-07-19T03:47:05.101" v="5270" actId="478"/>
          <ac:spMkLst>
            <pc:docMk/>
            <pc:sldMk cId="1990509270" sldId="292"/>
            <ac:spMk id="2" creationId="{D755EC01-4AD0-49F2-BA34-7F90D146C08E}"/>
          </ac:spMkLst>
        </pc:spChg>
        <pc:spChg chg="del">
          <ac:chgData name="Naveen Ramaswamy" userId="294402153de7d7c0" providerId="LiveId" clId="{5FB21455-9E63-4AD3-9452-3137CF771FEE}" dt="2021-07-19T03:47:06.547" v="5271" actId="478"/>
          <ac:spMkLst>
            <pc:docMk/>
            <pc:sldMk cId="1990509270" sldId="292"/>
            <ac:spMk id="3" creationId="{F65FC251-65EE-4441-8F49-32064532ABA7}"/>
          </ac:spMkLst>
        </pc:spChg>
        <pc:spChg chg="add mod">
          <ac:chgData name="Naveen Ramaswamy" userId="294402153de7d7c0" providerId="LiveId" clId="{5FB21455-9E63-4AD3-9452-3137CF771FEE}" dt="2021-07-19T07:38:59.995" v="5389" actId="164"/>
          <ac:spMkLst>
            <pc:docMk/>
            <pc:sldMk cId="1990509270" sldId="292"/>
            <ac:spMk id="4" creationId="{50EA2969-1664-41A5-B0D1-F0717C1C9F1F}"/>
          </ac:spMkLst>
        </pc:spChg>
        <pc:spChg chg="add mod">
          <ac:chgData name="Naveen Ramaswamy" userId="294402153de7d7c0" providerId="LiveId" clId="{5FB21455-9E63-4AD3-9452-3137CF771FEE}" dt="2021-07-19T07:38:59.995" v="5389" actId="164"/>
          <ac:spMkLst>
            <pc:docMk/>
            <pc:sldMk cId="1990509270" sldId="292"/>
            <ac:spMk id="5" creationId="{870F398B-C864-4135-BC76-8955FA062E07}"/>
          </ac:spMkLst>
        </pc:spChg>
        <pc:spChg chg="add mod">
          <ac:chgData name="Naveen Ramaswamy" userId="294402153de7d7c0" providerId="LiveId" clId="{5FB21455-9E63-4AD3-9452-3137CF771FEE}" dt="2021-07-19T07:38:59.995" v="5389" actId="164"/>
          <ac:spMkLst>
            <pc:docMk/>
            <pc:sldMk cId="1990509270" sldId="292"/>
            <ac:spMk id="6" creationId="{5A4B2EAE-8A52-45BF-B937-919F41AF0A7C}"/>
          </ac:spMkLst>
        </pc:spChg>
        <pc:spChg chg="add mod">
          <ac:chgData name="Naveen Ramaswamy" userId="294402153de7d7c0" providerId="LiveId" clId="{5FB21455-9E63-4AD3-9452-3137CF771FEE}" dt="2021-07-19T07:38:59.995" v="5389" actId="164"/>
          <ac:spMkLst>
            <pc:docMk/>
            <pc:sldMk cId="1990509270" sldId="292"/>
            <ac:spMk id="7" creationId="{9A9275E0-C183-4845-9B43-4B45FE3AEB49}"/>
          </ac:spMkLst>
        </pc:spChg>
        <pc:spChg chg="add mod">
          <ac:chgData name="Naveen Ramaswamy" userId="294402153de7d7c0" providerId="LiveId" clId="{5FB21455-9E63-4AD3-9452-3137CF771FEE}" dt="2021-07-19T09:49:00.002" v="6906" actId="20577"/>
          <ac:spMkLst>
            <pc:docMk/>
            <pc:sldMk cId="1990509270" sldId="292"/>
            <ac:spMk id="15" creationId="{CD094C4A-EDEC-4941-8502-1E61FEA0A946}"/>
          </ac:spMkLst>
        </pc:spChg>
        <pc:spChg chg="add del mod">
          <ac:chgData name="Naveen Ramaswamy" userId="294402153de7d7c0" providerId="LiveId" clId="{5FB21455-9E63-4AD3-9452-3137CF771FEE}" dt="2021-07-19T09:52:27.176" v="6910"/>
          <ac:spMkLst>
            <pc:docMk/>
            <pc:sldMk cId="1990509270" sldId="292"/>
            <ac:spMk id="16" creationId="{F3F01A7E-BBAF-45EC-B7E1-A8C349B7B401}"/>
          </ac:spMkLst>
        </pc:spChg>
        <pc:spChg chg="add del mod">
          <ac:chgData name="Naveen Ramaswamy" userId="294402153de7d7c0" providerId="LiveId" clId="{5FB21455-9E63-4AD3-9452-3137CF771FEE}" dt="2021-07-19T10:04:01.930" v="6913"/>
          <ac:spMkLst>
            <pc:docMk/>
            <pc:sldMk cId="1990509270" sldId="292"/>
            <ac:spMk id="17" creationId="{EA6DF956-392A-4BC9-91EF-F69B37046E4D}"/>
          </ac:spMkLst>
        </pc:spChg>
        <pc:spChg chg="add mod">
          <ac:chgData name="Naveen Ramaswamy" userId="294402153de7d7c0" providerId="LiveId" clId="{5FB21455-9E63-4AD3-9452-3137CF771FEE}" dt="2021-07-19T10:40:02.601" v="7217" actId="20577"/>
          <ac:spMkLst>
            <pc:docMk/>
            <pc:sldMk cId="1990509270" sldId="292"/>
            <ac:spMk id="18" creationId="{4138DA64-6472-4AA1-9056-9DF502DCC66B}"/>
          </ac:spMkLst>
        </pc:spChg>
        <pc:grpChg chg="add mod">
          <ac:chgData name="Naveen Ramaswamy" userId="294402153de7d7c0" providerId="LiveId" clId="{5FB21455-9E63-4AD3-9452-3137CF771FEE}" dt="2021-07-19T09:52:13.084" v="6907" actId="1076"/>
          <ac:grpSpMkLst>
            <pc:docMk/>
            <pc:sldMk cId="1990509270" sldId="292"/>
            <ac:grpSpMk id="14" creationId="{3A445AE1-F833-4BCF-A3B6-637075A9018A}"/>
          </ac:grpSpMkLst>
        </pc:grpChg>
        <pc:cxnChg chg="add mod">
          <ac:chgData name="Naveen Ramaswamy" userId="294402153de7d7c0" providerId="LiveId" clId="{5FB21455-9E63-4AD3-9452-3137CF771FEE}" dt="2021-07-19T07:38:59.995" v="5389" actId="164"/>
          <ac:cxnSpMkLst>
            <pc:docMk/>
            <pc:sldMk cId="1990509270" sldId="292"/>
            <ac:cxnSpMk id="9" creationId="{D2B5FAAA-1D93-4A15-A536-83DCAF901A63}"/>
          </ac:cxnSpMkLst>
        </pc:cxnChg>
        <pc:cxnChg chg="add mod">
          <ac:chgData name="Naveen Ramaswamy" userId="294402153de7d7c0" providerId="LiveId" clId="{5FB21455-9E63-4AD3-9452-3137CF771FEE}" dt="2021-07-19T07:38:59.995" v="5389" actId="164"/>
          <ac:cxnSpMkLst>
            <pc:docMk/>
            <pc:sldMk cId="1990509270" sldId="292"/>
            <ac:cxnSpMk id="11" creationId="{83C0E2AA-8FD8-4D65-92E0-4E006D8F28FB}"/>
          </ac:cxnSpMkLst>
        </pc:cxnChg>
        <pc:cxnChg chg="add mod">
          <ac:chgData name="Naveen Ramaswamy" userId="294402153de7d7c0" providerId="LiveId" clId="{5FB21455-9E63-4AD3-9452-3137CF771FEE}" dt="2021-07-19T07:38:59.995" v="5389" actId="164"/>
          <ac:cxnSpMkLst>
            <pc:docMk/>
            <pc:sldMk cId="1990509270" sldId="292"/>
            <ac:cxnSpMk id="13" creationId="{5715DCEE-8184-4BAD-B042-DF7C77E3BDC9}"/>
          </ac:cxnSpMkLst>
        </pc:cxnChg>
      </pc:sldChg>
      <pc:sldMasterChg chg="modSp mod">
        <pc:chgData name="Naveen Ramaswamy" userId="294402153de7d7c0" providerId="LiveId" clId="{5FB21455-9E63-4AD3-9452-3137CF771FEE}" dt="2021-07-16T16:59:15.713" v="1436" actId="20577"/>
        <pc:sldMasterMkLst>
          <pc:docMk/>
          <pc:sldMasterMk cId="0" sldId="2147483648"/>
        </pc:sldMasterMkLst>
        <pc:spChg chg="mod">
          <ac:chgData name="Naveen Ramaswamy" userId="294402153de7d7c0" providerId="LiveId" clId="{5FB21455-9E63-4AD3-9452-3137CF771FEE}" dt="2021-07-16T16:59:15.713" v="1436" actId="20577"/>
          <ac:spMkLst>
            <pc:docMk/>
            <pc:sldMasterMk cId="0" sldId="2147483648"/>
            <ac:spMk id="5" creationId="{00000000-0000-0000-0000-000000000000}"/>
          </ac:spMkLst>
        </pc:spChg>
      </pc:sldMasterChg>
    </pc:docChg>
  </pc:docChgLst>
  <pc:docChgLst>
    <pc:chgData name="Naveen Ramaswamy" userId="S::naveen.ramaswamy@sedemac.com::00c4d0a9-c16a-4dcb-9d07-c69bca1bb7fc" providerId="AD" clId="Web-{F76CC51D-ECD1-4932-B3CA-069AE0C7B7B0}"/>
    <pc:docChg chg="modSld">
      <pc:chgData name="Naveen Ramaswamy" userId="S::naveen.ramaswamy@sedemac.com::00c4d0a9-c16a-4dcb-9d07-c69bca1bb7fc" providerId="AD" clId="Web-{F76CC51D-ECD1-4932-B3CA-069AE0C7B7B0}" dt="2021-07-20T13:22:55.745" v="196" actId="20577"/>
      <pc:docMkLst>
        <pc:docMk/>
      </pc:docMkLst>
      <pc:sldChg chg="modSp delCm">
        <pc:chgData name="Naveen Ramaswamy" userId="S::naveen.ramaswamy@sedemac.com::00c4d0a9-c16a-4dcb-9d07-c69bca1bb7fc" providerId="AD" clId="Web-{F76CC51D-ECD1-4932-B3CA-069AE0C7B7B0}" dt="2021-07-20T13:00:55.299" v="104"/>
        <pc:sldMkLst>
          <pc:docMk/>
          <pc:sldMk cId="1439591494" sldId="259"/>
        </pc:sldMkLst>
        <pc:spChg chg="mod">
          <ac:chgData name="Naveen Ramaswamy" userId="S::naveen.ramaswamy@sedemac.com::00c4d0a9-c16a-4dcb-9d07-c69bca1bb7fc" providerId="AD" clId="Web-{F76CC51D-ECD1-4932-B3CA-069AE0C7B7B0}" dt="2021-07-20T13:00:44.736" v="102" actId="20577"/>
          <ac:spMkLst>
            <pc:docMk/>
            <pc:sldMk cId="1439591494" sldId="259"/>
            <ac:spMk id="11" creationId="{0ED0043F-E864-41AF-B34D-DD62E9257300}"/>
          </ac:spMkLst>
        </pc:spChg>
      </pc:sldChg>
      <pc:sldChg chg="modSp delCm">
        <pc:chgData name="Naveen Ramaswamy" userId="S::naveen.ramaswamy@sedemac.com::00c4d0a9-c16a-4dcb-9d07-c69bca1bb7fc" providerId="AD" clId="Web-{F76CC51D-ECD1-4932-B3CA-069AE0C7B7B0}" dt="2021-07-20T09:52:44.670" v="10"/>
        <pc:sldMkLst>
          <pc:docMk/>
          <pc:sldMk cId="1818486649" sldId="260"/>
        </pc:sldMkLst>
        <pc:spChg chg="mod">
          <ac:chgData name="Naveen Ramaswamy" userId="S::naveen.ramaswamy@sedemac.com::00c4d0a9-c16a-4dcb-9d07-c69bca1bb7fc" providerId="AD" clId="Web-{F76CC51D-ECD1-4932-B3CA-069AE0C7B7B0}" dt="2021-07-20T09:52:19.763" v="6" actId="20577"/>
          <ac:spMkLst>
            <pc:docMk/>
            <pc:sldMk cId="1818486649" sldId="260"/>
            <ac:spMk id="6" creationId="{4FD88144-3DCF-40D1-AD2A-87CDAA44C57B}"/>
          </ac:spMkLst>
        </pc:spChg>
      </pc:sldChg>
      <pc:sldChg chg="modSp">
        <pc:chgData name="Naveen Ramaswamy" userId="S::naveen.ramaswamy@sedemac.com::00c4d0a9-c16a-4dcb-9d07-c69bca1bb7fc" providerId="AD" clId="Web-{F76CC51D-ECD1-4932-B3CA-069AE0C7B7B0}" dt="2021-07-20T09:52:33.498" v="9" actId="20577"/>
        <pc:sldMkLst>
          <pc:docMk/>
          <pc:sldMk cId="1651815172" sldId="261"/>
        </pc:sldMkLst>
        <pc:spChg chg="mod">
          <ac:chgData name="Naveen Ramaswamy" userId="S::naveen.ramaswamy@sedemac.com::00c4d0a9-c16a-4dcb-9d07-c69bca1bb7fc" providerId="AD" clId="Web-{F76CC51D-ECD1-4932-B3CA-069AE0C7B7B0}" dt="2021-07-20T09:52:33.498" v="9" actId="20577"/>
          <ac:spMkLst>
            <pc:docMk/>
            <pc:sldMk cId="1651815172" sldId="261"/>
            <ac:spMk id="6" creationId="{C1EC3847-E0A6-44C1-AE7A-E23FC83C303C}"/>
          </ac:spMkLst>
        </pc:spChg>
      </pc:sldChg>
      <pc:sldChg chg="modSp delCm">
        <pc:chgData name="Naveen Ramaswamy" userId="S::naveen.ramaswamy@sedemac.com::00c4d0a9-c16a-4dcb-9d07-c69bca1bb7fc" providerId="AD" clId="Web-{F76CC51D-ECD1-4932-B3CA-069AE0C7B7B0}" dt="2021-07-20T09:54:04.080" v="19" actId="20577"/>
        <pc:sldMkLst>
          <pc:docMk/>
          <pc:sldMk cId="2051322850" sldId="262"/>
        </pc:sldMkLst>
        <pc:spChg chg="mod">
          <ac:chgData name="Naveen Ramaswamy" userId="S::naveen.ramaswamy@sedemac.com::00c4d0a9-c16a-4dcb-9d07-c69bca1bb7fc" providerId="AD" clId="Web-{F76CC51D-ECD1-4932-B3CA-069AE0C7B7B0}" dt="2021-07-20T09:54:04.080" v="19" actId="20577"/>
          <ac:spMkLst>
            <pc:docMk/>
            <pc:sldMk cId="2051322850" sldId="262"/>
            <ac:spMk id="126" creationId="{A8AB833C-2E83-4F27-B9F8-8570F9950899}"/>
          </ac:spMkLst>
        </pc:spChg>
      </pc:sldChg>
      <pc:sldChg chg="addSp delSp">
        <pc:chgData name="Naveen Ramaswamy" userId="S::naveen.ramaswamy@sedemac.com::00c4d0a9-c16a-4dcb-9d07-c69bca1bb7fc" providerId="AD" clId="Web-{F76CC51D-ECD1-4932-B3CA-069AE0C7B7B0}" dt="2021-07-20T13:01:45.112" v="107"/>
        <pc:sldMkLst>
          <pc:docMk/>
          <pc:sldMk cId="1505654844" sldId="276"/>
        </pc:sldMkLst>
        <pc:spChg chg="add del">
          <ac:chgData name="Naveen Ramaswamy" userId="S::naveen.ramaswamy@sedemac.com::00c4d0a9-c16a-4dcb-9d07-c69bca1bb7fc" providerId="AD" clId="Web-{F76CC51D-ECD1-4932-B3CA-069AE0C7B7B0}" dt="2021-07-20T13:01:45.112" v="107"/>
          <ac:spMkLst>
            <pc:docMk/>
            <pc:sldMk cId="1505654844" sldId="276"/>
            <ac:spMk id="3" creationId="{817FF036-7507-4547-B823-81B0FD8603B0}"/>
          </ac:spMkLst>
        </pc:spChg>
      </pc:sldChg>
      <pc:sldChg chg="addSp delSp modSp">
        <pc:chgData name="Naveen Ramaswamy" userId="S::naveen.ramaswamy@sedemac.com::00c4d0a9-c16a-4dcb-9d07-c69bca1bb7fc" providerId="AD" clId="Web-{F76CC51D-ECD1-4932-B3CA-069AE0C7B7B0}" dt="2021-07-20T13:22:55.745" v="196" actId="20577"/>
        <pc:sldMkLst>
          <pc:docMk/>
          <pc:sldMk cId="4176327510" sldId="283"/>
        </pc:sldMkLst>
        <pc:spChg chg="add del mod">
          <ac:chgData name="Naveen Ramaswamy" userId="S::naveen.ramaswamy@sedemac.com::00c4d0a9-c16a-4dcb-9d07-c69bca1bb7fc" providerId="AD" clId="Web-{F76CC51D-ECD1-4932-B3CA-069AE0C7B7B0}" dt="2021-07-20T13:10:03.443" v="150"/>
          <ac:spMkLst>
            <pc:docMk/>
            <pc:sldMk cId="4176327510" sldId="283"/>
            <ac:spMk id="6" creationId="{6F6CA3ED-FF98-4FCB-BD36-FE040E9C2BD7}"/>
          </ac:spMkLst>
        </pc:spChg>
        <pc:spChg chg="add del">
          <ac:chgData name="Naveen Ramaswamy" userId="S::naveen.ramaswamy@sedemac.com::00c4d0a9-c16a-4dcb-9d07-c69bca1bb7fc" providerId="AD" clId="Web-{F76CC51D-ECD1-4932-B3CA-069AE0C7B7B0}" dt="2021-07-20T13:11:27.116" v="164"/>
          <ac:spMkLst>
            <pc:docMk/>
            <pc:sldMk cId="4176327510" sldId="283"/>
            <ac:spMk id="7" creationId="{750FF78F-5CDA-49BC-AAAD-11444679B0EE}"/>
          </ac:spMkLst>
        </pc:spChg>
        <pc:spChg chg="add del mod">
          <ac:chgData name="Naveen Ramaswamy" userId="S::naveen.ramaswamy@sedemac.com::00c4d0a9-c16a-4dcb-9d07-c69bca1bb7fc" providerId="AD" clId="Web-{F76CC51D-ECD1-4932-B3CA-069AE0C7B7B0}" dt="2021-07-20T13:10:29.365" v="154"/>
          <ac:spMkLst>
            <pc:docMk/>
            <pc:sldMk cId="4176327510" sldId="283"/>
            <ac:spMk id="8" creationId="{CBFDB059-35C6-41D6-8C40-444F93C78213}"/>
          </ac:spMkLst>
        </pc:spChg>
        <pc:spChg chg="add mod">
          <ac:chgData name="Naveen Ramaswamy" userId="S::naveen.ramaswamy@sedemac.com::00c4d0a9-c16a-4dcb-9d07-c69bca1bb7fc" providerId="AD" clId="Web-{F76CC51D-ECD1-4932-B3CA-069AE0C7B7B0}" dt="2021-07-20T13:10:42.459" v="156" actId="1076"/>
          <ac:spMkLst>
            <pc:docMk/>
            <pc:sldMk cId="4176327510" sldId="283"/>
            <ac:spMk id="10" creationId="{F3F2CF48-04CD-4784-814B-705F13CC2778}"/>
          </ac:spMkLst>
        </pc:spChg>
        <pc:spChg chg="add mod">
          <ac:chgData name="Naveen Ramaswamy" userId="S::naveen.ramaswamy@sedemac.com::00c4d0a9-c16a-4dcb-9d07-c69bca1bb7fc" providerId="AD" clId="Web-{F76CC51D-ECD1-4932-B3CA-069AE0C7B7B0}" dt="2021-07-20T13:12:09.897" v="176" actId="1076"/>
          <ac:spMkLst>
            <pc:docMk/>
            <pc:sldMk cId="4176327510" sldId="283"/>
            <ac:spMk id="17" creationId="{C07AF883-CA24-45C4-A825-05ECED4D4AB8}"/>
          </ac:spMkLst>
        </pc:spChg>
        <pc:spChg chg="add mod">
          <ac:chgData name="Naveen Ramaswamy" userId="S::naveen.ramaswamy@sedemac.com::00c4d0a9-c16a-4dcb-9d07-c69bca1bb7fc" providerId="AD" clId="Web-{F76CC51D-ECD1-4932-B3CA-069AE0C7B7B0}" dt="2021-07-20T13:22:55.745" v="196" actId="20577"/>
          <ac:spMkLst>
            <pc:docMk/>
            <pc:sldMk cId="4176327510" sldId="283"/>
            <ac:spMk id="22" creationId="{50DF6AAD-F25A-4A4E-A1F5-D6CD86938E71}"/>
          </ac:spMkLst>
        </pc:spChg>
        <pc:spChg chg="add mod">
          <ac:chgData name="Naveen Ramaswamy" userId="S::naveen.ramaswamy@sedemac.com::00c4d0a9-c16a-4dcb-9d07-c69bca1bb7fc" providerId="AD" clId="Web-{F76CC51D-ECD1-4932-B3CA-069AE0C7B7B0}" dt="2021-07-20T13:09:14.021" v="139"/>
          <ac:spMkLst>
            <pc:docMk/>
            <pc:sldMk cId="4176327510" sldId="283"/>
            <ac:spMk id="115" creationId="{C20F9436-036C-4B60-B4DB-FEB6C31376D0}"/>
          </ac:spMkLst>
        </pc:spChg>
        <pc:spChg chg="add mod">
          <ac:chgData name="Naveen Ramaswamy" userId="S::naveen.ramaswamy@sedemac.com::00c4d0a9-c16a-4dcb-9d07-c69bca1bb7fc" providerId="AD" clId="Web-{F76CC51D-ECD1-4932-B3CA-069AE0C7B7B0}" dt="2021-07-20T13:09:16.005" v="140"/>
          <ac:spMkLst>
            <pc:docMk/>
            <pc:sldMk cId="4176327510" sldId="283"/>
            <ac:spMk id="116" creationId="{7998AD8E-5017-408E-82F8-09A28545ADA0}"/>
          </ac:spMkLst>
        </pc:spChg>
        <pc:spChg chg="add mod">
          <ac:chgData name="Naveen Ramaswamy" userId="S::naveen.ramaswamy@sedemac.com::00c4d0a9-c16a-4dcb-9d07-c69bca1bb7fc" providerId="AD" clId="Web-{F76CC51D-ECD1-4932-B3CA-069AE0C7B7B0}" dt="2021-07-20T13:09:18.443" v="141"/>
          <ac:spMkLst>
            <pc:docMk/>
            <pc:sldMk cId="4176327510" sldId="283"/>
            <ac:spMk id="117" creationId="{E7970A08-B083-4633-A2FE-7310B243C3BA}"/>
          </ac:spMkLst>
        </pc:spChg>
        <pc:spChg chg="add mod">
          <ac:chgData name="Naveen Ramaswamy" userId="S::naveen.ramaswamy@sedemac.com::00c4d0a9-c16a-4dcb-9d07-c69bca1bb7fc" providerId="AD" clId="Web-{F76CC51D-ECD1-4932-B3CA-069AE0C7B7B0}" dt="2021-07-20T13:02:16.440" v="121" actId="1076"/>
          <ac:spMkLst>
            <pc:docMk/>
            <pc:sldMk cId="4176327510" sldId="283"/>
            <ac:spMk id="118" creationId="{DACCDF52-192D-41C1-A109-3B07F6929591}"/>
          </ac:spMkLst>
        </pc:spChg>
        <pc:spChg chg="add mod">
          <ac:chgData name="Naveen Ramaswamy" userId="S::naveen.ramaswamy@sedemac.com::00c4d0a9-c16a-4dcb-9d07-c69bca1bb7fc" providerId="AD" clId="Web-{F76CC51D-ECD1-4932-B3CA-069AE0C7B7B0}" dt="2021-07-20T13:09:20.037" v="142"/>
          <ac:spMkLst>
            <pc:docMk/>
            <pc:sldMk cId="4176327510" sldId="283"/>
            <ac:spMk id="119" creationId="{CD9B8068-6EBE-48AF-9C1B-089FDA5D58A4}"/>
          </ac:spMkLst>
        </pc:spChg>
        <pc:spChg chg="add mod">
          <ac:chgData name="Naveen Ramaswamy" userId="S::naveen.ramaswamy@sedemac.com::00c4d0a9-c16a-4dcb-9d07-c69bca1bb7fc" providerId="AD" clId="Web-{F76CC51D-ECD1-4932-B3CA-069AE0C7B7B0}" dt="2021-07-20T13:02:38.503" v="125" actId="1076"/>
          <ac:spMkLst>
            <pc:docMk/>
            <pc:sldMk cId="4176327510" sldId="283"/>
            <ac:spMk id="120" creationId="{D8CE5FDD-C661-4C6B-A873-536C36B082D5}"/>
          </ac:spMkLst>
        </pc:spChg>
        <pc:spChg chg="add mod">
          <ac:chgData name="Naveen Ramaswamy" userId="S::naveen.ramaswamy@sedemac.com::00c4d0a9-c16a-4dcb-9d07-c69bca1bb7fc" providerId="AD" clId="Web-{F76CC51D-ECD1-4932-B3CA-069AE0C7B7B0}" dt="2021-07-20T13:09:36.724" v="144"/>
          <ac:spMkLst>
            <pc:docMk/>
            <pc:sldMk cId="4176327510" sldId="283"/>
            <ac:spMk id="121" creationId="{F1449A80-11D6-4D49-BDE0-AD597E24DF33}"/>
          </ac:spMkLst>
        </pc:spChg>
        <pc:spChg chg="add mod">
          <ac:chgData name="Naveen Ramaswamy" userId="S::naveen.ramaswamy@sedemac.com::00c4d0a9-c16a-4dcb-9d07-c69bca1bb7fc" providerId="AD" clId="Web-{F76CC51D-ECD1-4932-B3CA-069AE0C7B7B0}" dt="2021-07-20T13:09:33.865" v="143"/>
          <ac:spMkLst>
            <pc:docMk/>
            <pc:sldMk cId="4176327510" sldId="283"/>
            <ac:spMk id="122" creationId="{C622709B-93D3-4D4A-B286-C90D6B24DF45}"/>
          </ac:spMkLst>
        </pc:spChg>
        <pc:spChg chg="add mod">
          <ac:chgData name="Naveen Ramaswamy" userId="S::naveen.ramaswamy@sedemac.com::00c4d0a9-c16a-4dcb-9d07-c69bca1bb7fc" providerId="AD" clId="Web-{F76CC51D-ECD1-4932-B3CA-069AE0C7B7B0}" dt="2021-07-20T13:11:16.006" v="163" actId="14100"/>
          <ac:spMkLst>
            <pc:docMk/>
            <pc:sldMk cId="4176327510" sldId="283"/>
            <ac:spMk id="123" creationId="{93DED24B-1A3E-41C8-925B-AD37D9B45209}"/>
          </ac:spMkLst>
        </pc:spChg>
        <pc:spChg chg="add mod">
          <ac:chgData name="Naveen Ramaswamy" userId="S::naveen.ramaswamy@sedemac.com::00c4d0a9-c16a-4dcb-9d07-c69bca1bb7fc" providerId="AD" clId="Web-{F76CC51D-ECD1-4932-B3CA-069AE0C7B7B0}" dt="2021-07-20T13:12:32.178" v="181" actId="20577"/>
          <ac:spMkLst>
            <pc:docMk/>
            <pc:sldMk cId="4176327510" sldId="283"/>
            <ac:spMk id="124" creationId="{A07CE0E6-EB20-4C11-96C0-25F0627FAB76}"/>
          </ac:spMkLst>
        </pc:spChg>
        <pc:grpChg chg="mod">
          <ac:chgData name="Naveen Ramaswamy" userId="S::naveen.ramaswamy@sedemac.com::00c4d0a9-c16a-4dcb-9d07-c69bca1bb7fc" providerId="AD" clId="Web-{F76CC51D-ECD1-4932-B3CA-069AE0C7B7B0}" dt="2021-07-20T13:09:01.474" v="137" actId="1076"/>
          <ac:grpSpMkLst>
            <pc:docMk/>
            <pc:sldMk cId="4176327510" sldId="283"/>
            <ac:grpSpMk id="2" creationId="{306153E7-D788-4D64-9C46-D9A533B3959E}"/>
          </ac:grpSpMkLst>
        </pc:grpChg>
        <pc:grpChg chg="add mod">
          <ac:chgData name="Naveen Ramaswamy" userId="S::naveen.ramaswamy@sedemac.com::00c4d0a9-c16a-4dcb-9d07-c69bca1bb7fc" providerId="AD" clId="Web-{F76CC51D-ECD1-4932-B3CA-069AE0C7B7B0}" dt="2021-07-20T13:05:02.222" v="132" actId="1076"/>
          <ac:grpSpMkLst>
            <pc:docMk/>
            <pc:sldMk cId="4176327510" sldId="283"/>
            <ac:grpSpMk id="4" creationId="{9EC69980-29C4-42BA-A255-F7DE8A23AA43}"/>
          </ac:grpSpMkLst>
        </pc:grpChg>
        <pc:grpChg chg="add mod">
          <ac:chgData name="Naveen Ramaswamy" userId="S::naveen.ramaswamy@sedemac.com::00c4d0a9-c16a-4dcb-9d07-c69bca1bb7fc" providerId="AD" clId="Web-{F76CC51D-ECD1-4932-B3CA-069AE0C7B7B0}" dt="2021-07-20T13:09:46.787" v="145" actId="1076"/>
          <ac:grpSpMkLst>
            <pc:docMk/>
            <pc:sldMk cId="4176327510" sldId="283"/>
            <ac:grpSpMk id="5" creationId="{63C9BE09-6851-4B0C-B0CA-B02ED948EE0D}"/>
          </ac:grpSpMkLst>
        </pc:grpChg>
      </pc:sldChg>
      <pc:sldChg chg="modSp delCm">
        <pc:chgData name="Naveen Ramaswamy" userId="S::naveen.ramaswamy@sedemac.com::00c4d0a9-c16a-4dcb-9d07-c69bca1bb7fc" providerId="AD" clId="Web-{F76CC51D-ECD1-4932-B3CA-069AE0C7B7B0}" dt="2021-07-20T09:54:27.737" v="27" actId="20577"/>
        <pc:sldMkLst>
          <pc:docMk/>
          <pc:sldMk cId="1990509270" sldId="292"/>
        </pc:sldMkLst>
        <pc:spChg chg="mod">
          <ac:chgData name="Naveen Ramaswamy" userId="S::naveen.ramaswamy@sedemac.com::00c4d0a9-c16a-4dcb-9d07-c69bca1bb7fc" providerId="AD" clId="Web-{F76CC51D-ECD1-4932-B3CA-069AE0C7B7B0}" dt="2021-07-20T09:54:27.737" v="27" actId="20577"/>
          <ac:spMkLst>
            <pc:docMk/>
            <pc:sldMk cId="1990509270" sldId="292"/>
            <ac:spMk id="18" creationId="{4138DA64-6472-4AA1-9056-9DF502DCC66B}"/>
          </ac:spMkLst>
        </pc:spChg>
      </pc:sldChg>
    </pc:docChg>
  </pc:docChgLst>
  <pc:docChgLst>
    <pc:chgData name="Naveen Ramaswamy" userId="S::naveen.ramaswamy@sedemac.com::00c4d0a9-c16a-4dcb-9d07-c69bca1bb7fc" providerId="AD" clId="Web-{804B8C98-39E8-41E7-A1AB-C8DDE4543EC0}"/>
    <pc:docChg chg="modSld">
      <pc:chgData name="Naveen Ramaswamy" userId="S::naveen.ramaswamy@sedemac.com::00c4d0a9-c16a-4dcb-9d07-c69bca1bb7fc" providerId="AD" clId="Web-{804B8C98-39E8-41E7-A1AB-C8DDE4543EC0}" dt="2021-07-21T07:04:50.706" v="18" actId="14100"/>
      <pc:docMkLst>
        <pc:docMk/>
      </pc:docMkLst>
      <pc:sldChg chg="modSp">
        <pc:chgData name="Naveen Ramaswamy" userId="S::naveen.ramaswamy@sedemac.com::00c4d0a9-c16a-4dcb-9d07-c69bca1bb7fc" providerId="AD" clId="Web-{804B8C98-39E8-41E7-A1AB-C8DDE4543EC0}" dt="2021-07-21T07:03:08.439" v="10" actId="20577"/>
        <pc:sldMkLst>
          <pc:docMk/>
          <pc:sldMk cId="732813410" sldId="270"/>
        </pc:sldMkLst>
        <pc:spChg chg="mod">
          <ac:chgData name="Naveen Ramaswamy" userId="S::naveen.ramaswamy@sedemac.com::00c4d0a9-c16a-4dcb-9d07-c69bca1bb7fc" providerId="AD" clId="Web-{804B8C98-39E8-41E7-A1AB-C8DDE4543EC0}" dt="2021-07-21T07:03:08.439" v="10" actId="20577"/>
          <ac:spMkLst>
            <pc:docMk/>
            <pc:sldMk cId="732813410" sldId="270"/>
            <ac:spMk id="5" creationId="{338E55DE-1F3A-4C31-B32D-3401171EBB46}"/>
          </ac:spMkLst>
        </pc:spChg>
      </pc:sldChg>
      <pc:sldChg chg="addSp modSp">
        <pc:chgData name="Naveen Ramaswamy" userId="S::naveen.ramaswamy@sedemac.com::00c4d0a9-c16a-4dcb-9d07-c69bca1bb7fc" providerId="AD" clId="Web-{804B8C98-39E8-41E7-A1AB-C8DDE4543EC0}" dt="2021-07-21T07:04:50.706" v="18" actId="14100"/>
        <pc:sldMkLst>
          <pc:docMk/>
          <pc:sldMk cId="2378369206" sldId="273"/>
        </pc:sldMkLst>
        <pc:picChg chg="add mod">
          <ac:chgData name="Naveen Ramaswamy" userId="S::naveen.ramaswamy@sedemac.com::00c4d0a9-c16a-4dcb-9d07-c69bca1bb7fc" providerId="AD" clId="Web-{804B8C98-39E8-41E7-A1AB-C8DDE4543EC0}" dt="2021-07-21T07:04:50.706" v="18" actId="14100"/>
          <ac:picMkLst>
            <pc:docMk/>
            <pc:sldMk cId="2378369206" sldId="273"/>
            <ac:picMk id="2" creationId="{2BDBDF22-F169-4A77-AEDE-680CA8994E14}"/>
          </ac:picMkLst>
        </pc:picChg>
        <pc:picChg chg="mod">
          <ac:chgData name="Naveen Ramaswamy" userId="S::naveen.ramaswamy@sedemac.com::00c4d0a9-c16a-4dcb-9d07-c69bca1bb7fc" providerId="AD" clId="Web-{804B8C98-39E8-41E7-A1AB-C8DDE4543EC0}" dt="2021-07-21T07:04:44.441" v="16" actId="1076"/>
          <ac:picMkLst>
            <pc:docMk/>
            <pc:sldMk cId="2378369206" sldId="273"/>
            <ac:picMk id="5" creationId="{7110E769-DF3C-4421-86B1-EE55F7F6B356}"/>
          </ac:picMkLst>
        </pc:picChg>
      </pc:sldChg>
    </pc:docChg>
  </pc:docChgLst>
  <pc:docChgLst>
    <pc:chgData name="Sudeep Chandrasekaran" userId="S::sudeep.c@sedemac.com::df8fc42d-354b-4dca-a15b-7b378ec105d0" providerId="AD" clId="Web-{7CB2BCEC-BB48-4BD7-A0F6-AFFECCFBC69D}"/>
    <pc:docChg chg="">
      <pc:chgData name="Sudeep Chandrasekaran" userId="S::sudeep.c@sedemac.com::df8fc42d-354b-4dca-a15b-7b378ec105d0" providerId="AD" clId="Web-{7CB2BCEC-BB48-4BD7-A0F6-AFFECCFBC69D}" dt="2021-07-20T07:26:07.296" v="3"/>
      <pc:docMkLst>
        <pc:docMk/>
      </pc:docMkLst>
      <pc:sldChg chg="addCm">
        <pc:chgData name="Sudeep Chandrasekaran" userId="S::sudeep.c@sedemac.com::df8fc42d-354b-4dca-a15b-7b378ec105d0" providerId="AD" clId="Web-{7CB2BCEC-BB48-4BD7-A0F6-AFFECCFBC69D}" dt="2021-07-20T07:09:31.739" v="0"/>
        <pc:sldMkLst>
          <pc:docMk/>
          <pc:sldMk cId="1818486649" sldId="260"/>
        </pc:sldMkLst>
      </pc:sldChg>
      <pc:sldChg chg="addCm">
        <pc:chgData name="Sudeep Chandrasekaran" userId="S::sudeep.c@sedemac.com::df8fc42d-354b-4dca-a15b-7b378ec105d0" providerId="AD" clId="Web-{7CB2BCEC-BB48-4BD7-A0F6-AFFECCFBC69D}" dt="2021-07-20T07:25:30.826" v="2"/>
        <pc:sldMkLst>
          <pc:docMk/>
          <pc:sldMk cId="2051322850" sldId="262"/>
        </pc:sldMkLst>
      </pc:sldChg>
      <pc:sldChg chg="addCm">
        <pc:chgData name="Sudeep Chandrasekaran" userId="S::sudeep.c@sedemac.com::df8fc42d-354b-4dca-a15b-7b378ec105d0" providerId="AD" clId="Web-{7CB2BCEC-BB48-4BD7-A0F6-AFFECCFBC69D}" dt="2021-07-20T07:19:14.910" v="1"/>
        <pc:sldMkLst>
          <pc:docMk/>
          <pc:sldMk cId="1505654844" sldId="276"/>
        </pc:sldMkLst>
      </pc:sldChg>
      <pc:sldChg chg="addCm">
        <pc:chgData name="Sudeep Chandrasekaran" userId="S::sudeep.c@sedemac.com::df8fc42d-354b-4dca-a15b-7b378ec105d0" providerId="AD" clId="Web-{7CB2BCEC-BB48-4BD7-A0F6-AFFECCFBC69D}" dt="2021-07-20T07:26:07.296" v="3"/>
        <pc:sldMkLst>
          <pc:docMk/>
          <pc:sldMk cId="1990509270" sldId="292"/>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1-07-20T00:19:14.910" idx="4">
    <p:pos x="5613" y="477"/>
    <p:text>Should we explicitly mention the structure of the block header somewhere, may be an image ?
</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PlaceHolder 1"/>
          <p:cNvSpPr>
            <a:spLocks noGrp="1"/>
          </p:cNvSpPr>
          <p:nvPr>
            <p:ph type="body"/>
          </p:nvPr>
        </p:nvSpPr>
        <p:spPr>
          <a:xfrm>
            <a:off x="756000" y="5078520"/>
            <a:ext cx="6047640" cy="4811040"/>
          </a:xfrm>
          <a:prstGeom prst="rect">
            <a:avLst/>
          </a:prstGeom>
        </p:spPr>
        <p:txBody>
          <a:bodyPr wrap="none" lIns="0" tIns="0" rIns="0" bIns="0"/>
          <a:lstStyle/>
          <a:p>
            <a:r>
              <a:rPr lang="en-IN"/>
              <a:t>Click to edit the notes format</a:t>
            </a:r>
            <a:endParaRPr/>
          </a:p>
        </p:txBody>
      </p:sp>
      <p:sp>
        <p:nvSpPr>
          <p:cNvPr id="116" name="PlaceHolder 2"/>
          <p:cNvSpPr>
            <a:spLocks noGrp="1"/>
          </p:cNvSpPr>
          <p:nvPr>
            <p:ph type="hdr"/>
          </p:nvPr>
        </p:nvSpPr>
        <p:spPr>
          <a:xfrm>
            <a:off x="0" y="0"/>
            <a:ext cx="3280680" cy="534240"/>
          </a:xfrm>
          <a:prstGeom prst="rect">
            <a:avLst/>
          </a:prstGeom>
        </p:spPr>
        <p:txBody>
          <a:bodyPr wrap="none" lIns="0" tIns="0" rIns="0" bIns="0"/>
          <a:lstStyle/>
          <a:p>
            <a:r>
              <a:rPr lang="en-IN" sz="1400"/>
              <a:t>&lt;header&gt;</a:t>
            </a:r>
            <a:endParaRPr/>
          </a:p>
        </p:txBody>
      </p:sp>
      <p:sp>
        <p:nvSpPr>
          <p:cNvPr id="117" name="PlaceHolder 3"/>
          <p:cNvSpPr>
            <a:spLocks noGrp="1"/>
          </p:cNvSpPr>
          <p:nvPr>
            <p:ph type="dt"/>
          </p:nvPr>
        </p:nvSpPr>
        <p:spPr>
          <a:xfrm>
            <a:off x="4278960" y="0"/>
            <a:ext cx="3280680" cy="534240"/>
          </a:xfrm>
          <a:prstGeom prst="rect">
            <a:avLst/>
          </a:prstGeom>
        </p:spPr>
        <p:txBody>
          <a:bodyPr wrap="none" lIns="0" tIns="0" rIns="0" bIns="0"/>
          <a:lstStyle/>
          <a:p>
            <a:pPr algn="r"/>
            <a:r>
              <a:rPr lang="en-IN" sz="1400"/>
              <a:t>&lt;date/time&gt;</a:t>
            </a:r>
            <a:endParaRPr/>
          </a:p>
        </p:txBody>
      </p:sp>
      <p:sp>
        <p:nvSpPr>
          <p:cNvPr id="118" name="PlaceHolder 4"/>
          <p:cNvSpPr>
            <a:spLocks noGrp="1"/>
          </p:cNvSpPr>
          <p:nvPr>
            <p:ph type="ftr"/>
          </p:nvPr>
        </p:nvSpPr>
        <p:spPr>
          <a:xfrm>
            <a:off x="0" y="10157400"/>
            <a:ext cx="3280680" cy="534240"/>
          </a:xfrm>
          <a:prstGeom prst="rect">
            <a:avLst/>
          </a:prstGeom>
        </p:spPr>
        <p:txBody>
          <a:bodyPr wrap="none" lIns="0" tIns="0" rIns="0" bIns="0" anchor="b"/>
          <a:lstStyle/>
          <a:p>
            <a:r>
              <a:rPr lang="en-IN" sz="1400"/>
              <a:t>&lt;footer&gt;</a:t>
            </a:r>
            <a:endParaRPr/>
          </a:p>
        </p:txBody>
      </p:sp>
      <p:sp>
        <p:nvSpPr>
          <p:cNvPr id="119" name="PlaceHolder 5"/>
          <p:cNvSpPr>
            <a:spLocks noGrp="1"/>
          </p:cNvSpPr>
          <p:nvPr>
            <p:ph type="sldNum"/>
          </p:nvPr>
        </p:nvSpPr>
        <p:spPr>
          <a:xfrm>
            <a:off x="4278960" y="10157400"/>
            <a:ext cx="3280680" cy="534240"/>
          </a:xfrm>
          <a:prstGeom prst="rect">
            <a:avLst/>
          </a:prstGeom>
        </p:spPr>
        <p:txBody>
          <a:bodyPr wrap="none" lIns="0" tIns="0" rIns="0" bIns="0" anchor="b"/>
          <a:lstStyle/>
          <a:p>
            <a:pPr algn="r"/>
            <a:fld id="{5DD93E98-DEC2-4BBF-825F-5329211B6AD1}" type="slidenum">
              <a:rPr lang="en-IN" sz="1400"/>
              <a:t>‹#›</a:t>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extShape 1"/>
          <p:cNvSpPr txBox="1"/>
          <p:nvPr/>
        </p:nvSpPr>
        <p:spPr>
          <a:xfrm>
            <a:off x="4151160" y="10815480"/>
            <a:ext cx="3182400" cy="566280"/>
          </a:xfrm>
          <a:prstGeom prst="rect">
            <a:avLst/>
          </a:prstGeom>
        </p:spPr>
        <p:txBody>
          <a:bodyPr lIns="0" tIns="0" rIns="0" bIns="0" anchor="b"/>
          <a:lstStyle/>
          <a:p>
            <a:pPr>
              <a:lnSpc>
                <a:spcPct val="100000"/>
              </a:lnSpc>
            </a:pPr>
            <a:fld id="{D6F4588D-0319-4AA5-B747-5C637E1CE384}" type="slidenum">
              <a:rPr lang="en-IN" sz="1300">
                <a:solidFill>
                  <a:srgbClr val="000000"/>
                </a:solidFill>
                <a:latin typeface="Times New Roman"/>
                <a:ea typeface="Microsoft YaHei"/>
              </a:rPr>
              <a:t>1</a:t>
            </a:fld>
            <a:endParaRPr/>
          </a:p>
        </p:txBody>
      </p:sp>
      <p:sp>
        <p:nvSpPr>
          <p:cNvPr id="132" name="CustomShape 2"/>
          <p:cNvSpPr/>
          <p:nvPr/>
        </p:nvSpPr>
        <p:spPr>
          <a:xfrm>
            <a:off x="0" y="0"/>
            <a:ext cx="1080" cy="1080"/>
          </a:xfrm>
          <a:prstGeom prst="rect">
            <a:avLst/>
          </a:prstGeom>
        </p:spPr>
      </p:sp>
      <p:sp>
        <p:nvSpPr>
          <p:cNvPr id="133" name="PlaceHolder 3"/>
          <p:cNvSpPr>
            <a:spLocks noGrp="1"/>
          </p:cNvSpPr>
          <p:nvPr>
            <p:ph type="body"/>
          </p:nvPr>
        </p:nvSpPr>
        <p:spPr>
          <a:xfrm>
            <a:off x="709560" y="4856040"/>
            <a:ext cx="5673240" cy="4600080"/>
          </a:xfrm>
          <a:prstGeom prst="rect">
            <a:avLst/>
          </a:prstGeom>
        </p:spPr>
        <p:txBody>
          <a:bodyPr wrap="none" lIns="0" tIns="0" rIns="0" bIns="0" anchor="ct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1277938"/>
            <a:ext cx="4600575" cy="345122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p:nvPr>
        </p:nvSpPr>
        <p:spPr/>
        <p:txBody>
          <a:bodyPr/>
          <a:lstStyle/>
          <a:p>
            <a:pPr algn="r"/>
            <a:fld id="{5DD93E98-DEC2-4BBF-825F-5329211B6AD1}" type="slidenum">
              <a:rPr lang="en-IN" sz="1400" smtClean="0"/>
              <a:t>12</a:t>
            </a:fld>
            <a:endParaRPr lang="en-IN"/>
          </a:p>
        </p:txBody>
      </p:sp>
    </p:spTree>
    <p:extLst>
      <p:ext uri="{BB962C8B-B14F-4D97-AF65-F5344CB8AC3E}">
        <p14:creationId xmlns:p14="http://schemas.microsoft.com/office/powerpoint/2010/main" val="2991865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1277938"/>
            <a:ext cx="4600575" cy="345122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p:nvPr>
        </p:nvSpPr>
        <p:spPr/>
        <p:txBody>
          <a:bodyPr/>
          <a:lstStyle/>
          <a:p>
            <a:pPr algn="r"/>
            <a:fld id="{5DD93E98-DEC2-4BBF-825F-5329211B6AD1}" type="slidenum">
              <a:rPr lang="en-IN" sz="1400" smtClean="0"/>
              <a:t>14</a:t>
            </a:fld>
            <a:endParaRPr lang="en-IN"/>
          </a:p>
        </p:txBody>
      </p:sp>
    </p:spTree>
    <p:extLst>
      <p:ext uri="{BB962C8B-B14F-4D97-AF65-F5344CB8AC3E}">
        <p14:creationId xmlns:p14="http://schemas.microsoft.com/office/powerpoint/2010/main" val="2552241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1277938"/>
            <a:ext cx="4600575" cy="345122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p:nvPr>
        </p:nvSpPr>
        <p:spPr/>
        <p:txBody>
          <a:bodyPr/>
          <a:lstStyle/>
          <a:p>
            <a:pPr algn="r"/>
            <a:fld id="{5DD93E98-DEC2-4BBF-825F-5329211B6AD1}" type="slidenum">
              <a:rPr lang="en-IN" sz="1400" smtClean="0"/>
              <a:t>23</a:t>
            </a:fld>
            <a:endParaRPr lang="en-IN"/>
          </a:p>
        </p:txBody>
      </p:sp>
    </p:spTree>
    <p:extLst>
      <p:ext uri="{BB962C8B-B14F-4D97-AF65-F5344CB8AC3E}">
        <p14:creationId xmlns:p14="http://schemas.microsoft.com/office/powerpoint/2010/main" val="1487140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Shape 1"/>
          <p:cNvSpPr txBox="1"/>
          <p:nvPr/>
        </p:nvSpPr>
        <p:spPr>
          <a:xfrm>
            <a:off x="4151160" y="10815480"/>
            <a:ext cx="3182400" cy="566280"/>
          </a:xfrm>
          <a:prstGeom prst="rect">
            <a:avLst/>
          </a:prstGeom>
        </p:spPr>
        <p:txBody>
          <a:bodyPr lIns="0" tIns="0" rIns="0" bIns="0" anchor="b"/>
          <a:lstStyle/>
          <a:p>
            <a:pPr>
              <a:lnSpc>
                <a:spcPct val="100000"/>
              </a:lnSpc>
            </a:pPr>
            <a:fld id="{C697D47B-6A21-49C8-9CF5-F67FA2186CF1}" type="slidenum">
              <a:rPr lang="en-IN" sz="1300">
                <a:solidFill>
                  <a:srgbClr val="000000"/>
                </a:solidFill>
                <a:latin typeface="Times New Roman"/>
                <a:ea typeface="Microsoft YaHei"/>
              </a:rPr>
              <a:t>30</a:t>
            </a:fld>
            <a:endParaRPr/>
          </a:p>
        </p:txBody>
      </p:sp>
      <p:sp>
        <p:nvSpPr>
          <p:cNvPr id="138" name="CustomShape 2"/>
          <p:cNvSpPr/>
          <p:nvPr/>
        </p:nvSpPr>
        <p:spPr>
          <a:xfrm>
            <a:off x="0" y="0"/>
            <a:ext cx="1080" cy="1080"/>
          </a:xfrm>
          <a:prstGeom prst="rect">
            <a:avLst/>
          </a:prstGeom>
        </p:spPr>
      </p:sp>
      <p:sp>
        <p:nvSpPr>
          <p:cNvPr id="139" name="PlaceHolder 3"/>
          <p:cNvSpPr>
            <a:spLocks noGrp="1"/>
          </p:cNvSpPr>
          <p:nvPr>
            <p:ph type="body"/>
          </p:nvPr>
        </p:nvSpPr>
        <p:spPr>
          <a:xfrm>
            <a:off x="709560" y="4856040"/>
            <a:ext cx="5673240" cy="4600080"/>
          </a:xfrm>
          <a:prstGeom prst="rect">
            <a:avLst/>
          </a:prstGeom>
        </p:spPr>
        <p:txBody>
          <a:bodyPr wrap="none" lIns="0" tIns="0" rIns="0" bIns="0" anchor="ct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344880"/>
            <a:ext cx="8227800" cy="1143000"/>
          </a:xfrm>
          <a:prstGeom prst="rect">
            <a:avLst/>
          </a:prstGeom>
        </p:spPr>
        <p:txBody>
          <a:bodyPr wrap="none" lIns="0" tIns="0" rIns="0" bIns="0" anchor="ctr"/>
          <a:lstStyle/>
          <a:p>
            <a:endParaRPr/>
          </a:p>
        </p:txBody>
      </p:sp>
      <p:sp>
        <p:nvSpPr>
          <p:cNvPr id="8" name="PlaceHolder 2"/>
          <p:cNvSpPr>
            <a:spLocks noGrp="1"/>
          </p:cNvSpPr>
          <p:nvPr>
            <p:ph type="subTitle"/>
          </p:nvPr>
        </p:nvSpPr>
        <p:spPr>
          <a:xfrm>
            <a:off x="457200" y="1604520"/>
            <a:ext cx="8046360" cy="3978000"/>
          </a:xfrm>
          <a:prstGeom prst="rect">
            <a:avLst/>
          </a:prstGeom>
        </p:spPr>
        <p:txBody>
          <a:bodyPr wrap="none"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344880"/>
            <a:ext cx="8227800" cy="1143000"/>
          </a:xfrm>
          <a:prstGeom prst="rect">
            <a:avLst/>
          </a:prstGeom>
        </p:spPr>
        <p:txBody>
          <a:bodyPr wrap="none" lIns="0" tIns="0" rIns="0" bIns="0" anchor="ctr"/>
          <a:lstStyle/>
          <a:p>
            <a:endParaRPr/>
          </a:p>
        </p:txBody>
      </p:sp>
      <p:sp>
        <p:nvSpPr>
          <p:cNvPr id="10" name="PlaceHolder 2"/>
          <p:cNvSpPr>
            <a:spLocks noGrp="1"/>
          </p:cNvSpPr>
          <p:nvPr>
            <p:ph type="body"/>
          </p:nvPr>
        </p:nvSpPr>
        <p:spPr>
          <a:xfrm>
            <a:off x="457200" y="1604520"/>
            <a:ext cx="8046360" cy="3977640"/>
          </a:xfrm>
          <a:prstGeom prst="rect">
            <a:avLst/>
          </a:prstGeom>
        </p:spPr>
        <p:txBody>
          <a:bodyPr wrap="none"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344880"/>
            <a:ext cx="8227800" cy="1143000"/>
          </a:xfrm>
          <a:prstGeom prst="rect">
            <a:avLst/>
          </a:prstGeom>
        </p:spPr>
        <p:txBody>
          <a:bodyPr wrap="none" lIns="0" tIns="0" rIns="0" bIns="0" anchor="ctr"/>
          <a:lstStyle/>
          <a:p>
            <a:endParaRPr/>
          </a:p>
        </p:txBody>
      </p:sp>
      <p:sp>
        <p:nvSpPr>
          <p:cNvPr id="12" name="PlaceHolder 2"/>
          <p:cNvSpPr>
            <a:spLocks noGrp="1"/>
          </p:cNvSpPr>
          <p:nvPr>
            <p:ph type="body"/>
          </p:nvPr>
        </p:nvSpPr>
        <p:spPr>
          <a:xfrm>
            <a:off x="457200" y="1604520"/>
            <a:ext cx="3926160" cy="3977640"/>
          </a:xfrm>
          <a:prstGeom prst="rect">
            <a:avLst/>
          </a:prstGeom>
        </p:spPr>
        <p:txBody>
          <a:bodyPr wrap="none" lIns="0" tIns="0" rIns="0" bIns="0"/>
          <a:lstStyle/>
          <a:p>
            <a:endParaRPr/>
          </a:p>
        </p:txBody>
      </p:sp>
      <p:sp>
        <p:nvSpPr>
          <p:cNvPr id="13" name="PlaceHolder 3"/>
          <p:cNvSpPr>
            <a:spLocks noGrp="1"/>
          </p:cNvSpPr>
          <p:nvPr>
            <p:ph type="body"/>
          </p:nvPr>
        </p:nvSpPr>
        <p:spPr>
          <a:xfrm>
            <a:off x="4579920" y="1604520"/>
            <a:ext cx="3926160" cy="3977640"/>
          </a:xfrm>
          <a:prstGeom prst="rect">
            <a:avLst/>
          </a:prstGeom>
        </p:spPr>
        <p:txBody>
          <a:bodyPr wrap="none"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344880"/>
            <a:ext cx="8227800" cy="1143000"/>
          </a:xfrm>
          <a:prstGeom prst="rect">
            <a:avLst/>
          </a:prstGeom>
        </p:spPr>
        <p:txBody>
          <a:bodyPr wrap="none" lIns="0" tIns="0" rIns="0" bIns="0" anchor="ct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457200" y="344880"/>
            <a:ext cx="8227800" cy="5237280"/>
          </a:xfrm>
          <a:prstGeom prst="rect">
            <a:avLst/>
          </a:prstGeom>
        </p:spPr>
        <p:txBody>
          <a:bodyPr wrap="none"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344880"/>
            <a:ext cx="8227800" cy="1143000"/>
          </a:xfrm>
          <a:prstGeom prst="rect">
            <a:avLst/>
          </a:prstGeom>
        </p:spPr>
        <p:txBody>
          <a:bodyPr wrap="none" lIns="0" tIns="0" rIns="0" bIns="0" anchor="ctr"/>
          <a:lstStyle/>
          <a:p>
            <a:endParaRPr/>
          </a:p>
        </p:txBody>
      </p:sp>
      <p:sp>
        <p:nvSpPr>
          <p:cNvPr id="17" name="PlaceHolder 2"/>
          <p:cNvSpPr>
            <a:spLocks noGrp="1"/>
          </p:cNvSpPr>
          <p:nvPr>
            <p:ph type="body"/>
          </p:nvPr>
        </p:nvSpPr>
        <p:spPr>
          <a:xfrm>
            <a:off x="457200" y="1604520"/>
            <a:ext cx="3926160" cy="1896840"/>
          </a:xfrm>
          <a:prstGeom prst="rect">
            <a:avLst/>
          </a:prstGeom>
        </p:spPr>
        <p:txBody>
          <a:bodyPr wrap="none" lIns="0" tIns="0" rIns="0" bIns="0"/>
          <a:lstStyle/>
          <a:p>
            <a:endParaRPr/>
          </a:p>
        </p:txBody>
      </p:sp>
      <p:sp>
        <p:nvSpPr>
          <p:cNvPr id="18" name="PlaceHolder 3"/>
          <p:cNvSpPr>
            <a:spLocks noGrp="1"/>
          </p:cNvSpPr>
          <p:nvPr>
            <p:ph type="body"/>
          </p:nvPr>
        </p:nvSpPr>
        <p:spPr>
          <a:xfrm>
            <a:off x="457200" y="3681720"/>
            <a:ext cx="3926160" cy="1896840"/>
          </a:xfrm>
          <a:prstGeom prst="rect">
            <a:avLst/>
          </a:prstGeom>
        </p:spPr>
        <p:txBody>
          <a:bodyPr wrap="none" lIns="0" tIns="0" rIns="0" bIns="0"/>
          <a:lstStyle/>
          <a:p>
            <a:endParaRPr/>
          </a:p>
        </p:txBody>
      </p:sp>
      <p:sp>
        <p:nvSpPr>
          <p:cNvPr id="19" name="PlaceHolder 4"/>
          <p:cNvSpPr>
            <a:spLocks noGrp="1"/>
          </p:cNvSpPr>
          <p:nvPr>
            <p:ph type="body"/>
          </p:nvPr>
        </p:nvSpPr>
        <p:spPr>
          <a:xfrm>
            <a:off x="4579920" y="1604520"/>
            <a:ext cx="3926160" cy="3977640"/>
          </a:xfrm>
          <a:prstGeom prst="rect">
            <a:avLst/>
          </a:prstGeom>
        </p:spPr>
        <p:txBody>
          <a:bodyPr wrap="none"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344880"/>
            <a:ext cx="8227800" cy="1143000"/>
          </a:xfrm>
          <a:prstGeom prst="rect">
            <a:avLst/>
          </a:prstGeom>
        </p:spPr>
        <p:txBody>
          <a:bodyPr wrap="none" lIns="0" tIns="0" rIns="0" bIns="0" anchor="ctr"/>
          <a:lstStyle/>
          <a:p>
            <a:endParaRPr/>
          </a:p>
        </p:txBody>
      </p:sp>
      <p:sp>
        <p:nvSpPr>
          <p:cNvPr id="21" name="PlaceHolder 2"/>
          <p:cNvSpPr>
            <a:spLocks noGrp="1"/>
          </p:cNvSpPr>
          <p:nvPr>
            <p:ph type="body"/>
          </p:nvPr>
        </p:nvSpPr>
        <p:spPr>
          <a:xfrm>
            <a:off x="457200" y="1604520"/>
            <a:ext cx="3926160" cy="3977640"/>
          </a:xfrm>
          <a:prstGeom prst="rect">
            <a:avLst/>
          </a:prstGeom>
        </p:spPr>
        <p:txBody>
          <a:bodyPr wrap="none" lIns="0" tIns="0" rIns="0" bIns="0"/>
          <a:lstStyle/>
          <a:p>
            <a:endParaRPr/>
          </a:p>
        </p:txBody>
      </p:sp>
      <p:sp>
        <p:nvSpPr>
          <p:cNvPr id="22" name="PlaceHolder 3"/>
          <p:cNvSpPr>
            <a:spLocks noGrp="1"/>
          </p:cNvSpPr>
          <p:nvPr>
            <p:ph type="body"/>
          </p:nvPr>
        </p:nvSpPr>
        <p:spPr>
          <a:xfrm>
            <a:off x="4579920" y="1604520"/>
            <a:ext cx="3926160" cy="1896840"/>
          </a:xfrm>
          <a:prstGeom prst="rect">
            <a:avLst/>
          </a:prstGeom>
        </p:spPr>
        <p:txBody>
          <a:bodyPr wrap="none" lIns="0" tIns="0" rIns="0" bIns="0"/>
          <a:lstStyle/>
          <a:p>
            <a:endParaRPr/>
          </a:p>
        </p:txBody>
      </p:sp>
      <p:sp>
        <p:nvSpPr>
          <p:cNvPr id="23" name="PlaceHolder 4"/>
          <p:cNvSpPr>
            <a:spLocks noGrp="1"/>
          </p:cNvSpPr>
          <p:nvPr>
            <p:ph type="body"/>
          </p:nvPr>
        </p:nvSpPr>
        <p:spPr>
          <a:xfrm>
            <a:off x="4579920" y="3681720"/>
            <a:ext cx="3926160" cy="1896840"/>
          </a:xfrm>
          <a:prstGeom prst="rect">
            <a:avLst/>
          </a:prstGeom>
        </p:spPr>
        <p:txBody>
          <a:bodyPr wrap="none"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344880"/>
            <a:ext cx="8227800" cy="1143000"/>
          </a:xfrm>
          <a:prstGeom prst="rect">
            <a:avLst/>
          </a:prstGeom>
        </p:spPr>
        <p:txBody>
          <a:bodyPr wrap="none" lIns="0" tIns="0" rIns="0" bIns="0" anchor="ctr"/>
          <a:lstStyle/>
          <a:p>
            <a:endParaRPr/>
          </a:p>
        </p:txBody>
      </p:sp>
      <p:sp>
        <p:nvSpPr>
          <p:cNvPr id="25" name="PlaceHolder 2"/>
          <p:cNvSpPr>
            <a:spLocks noGrp="1"/>
          </p:cNvSpPr>
          <p:nvPr>
            <p:ph type="body"/>
          </p:nvPr>
        </p:nvSpPr>
        <p:spPr>
          <a:xfrm>
            <a:off x="457200" y="1604520"/>
            <a:ext cx="3926160" cy="1896840"/>
          </a:xfrm>
          <a:prstGeom prst="rect">
            <a:avLst/>
          </a:prstGeom>
        </p:spPr>
        <p:txBody>
          <a:bodyPr wrap="none" lIns="0" tIns="0" rIns="0" bIns="0"/>
          <a:lstStyle/>
          <a:p>
            <a:endParaRPr/>
          </a:p>
        </p:txBody>
      </p:sp>
      <p:sp>
        <p:nvSpPr>
          <p:cNvPr id="26" name="PlaceHolder 3"/>
          <p:cNvSpPr>
            <a:spLocks noGrp="1"/>
          </p:cNvSpPr>
          <p:nvPr>
            <p:ph type="body"/>
          </p:nvPr>
        </p:nvSpPr>
        <p:spPr>
          <a:xfrm>
            <a:off x="4579920" y="1604520"/>
            <a:ext cx="3926160" cy="1896840"/>
          </a:xfrm>
          <a:prstGeom prst="rect">
            <a:avLst/>
          </a:prstGeom>
        </p:spPr>
        <p:txBody>
          <a:bodyPr wrap="none" lIns="0" tIns="0" rIns="0" bIns="0"/>
          <a:lstStyle/>
          <a:p>
            <a:endParaRPr/>
          </a:p>
        </p:txBody>
      </p:sp>
      <p:sp>
        <p:nvSpPr>
          <p:cNvPr id="27" name="PlaceHolder 4"/>
          <p:cNvSpPr>
            <a:spLocks noGrp="1"/>
          </p:cNvSpPr>
          <p:nvPr>
            <p:ph type="body"/>
          </p:nvPr>
        </p:nvSpPr>
        <p:spPr>
          <a:xfrm>
            <a:off x="457200" y="3681720"/>
            <a:ext cx="8045640" cy="1896840"/>
          </a:xfrm>
          <a:prstGeom prst="rect">
            <a:avLst/>
          </a:prstGeom>
        </p:spPr>
        <p:txBody>
          <a:bodyPr wrap="none"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344880"/>
            <a:ext cx="8227800" cy="1143000"/>
          </a:xfrm>
          <a:prstGeom prst="rect">
            <a:avLst/>
          </a:prstGeom>
        </p:spPr>
        <p:txBody>
          <a:bodyPr wrap="none" lIns="0" tIns="0" rIns="0" bIns="0" anchor="ctr"/>
          <a:lstStyle/>
          <a:p>
            <a:endParaRPr/>
          </a:p>
        </p:txBody>
      </p:sp>
      <p:sp>
        <p:nvSpPr>
          <p:cNvPr id="29" name="PlaceHolder 2"/>
          <p:cNvSpPr>
            <a:spLocks noGrp="1"/>
          </p:cNvSpPr>
          <p:nvPr>
            <p:ph type="body"/>
          </p:nvPr>
        </p:nvSpPr>
        <p:spPr>
          <a:xfrm>
            <a:off x="457200" y="1604520"/>
            <a:ext cx="8046360" cy="1896840"/>
          </a:xfrm>
          <a:prstGeom prst="rect">
            <a:avLst/>
          </a:prstGeom>
        </p:spPr>
        <p:txBody>
          <a:bodyPr wrap="none" lIns="0" tIns="0" rIns="0" bIns="0"/>
          <a:lstStyle/>
          <a:p>
            <a:endParaRPr/>
          </a:p>
        </p:txBody>
      </p:sp>
      <p:sp>
        <p:nvSpPr>
          <p:cNvPr id="30" name="PlaceHolder 3"/>
          <p:cNvSpPr>
            <a:spLocks noGrp="1"/>
          </p:cNvSpPr>
          <p:nvPr>
            <p:ph type="body"/>
          </p:nvPr>
        </p:nvSpPr>
        <p:spPr>
          <a:xfrm>
            <a:off x="457200" y="3681720"/>
            <a:ext cx="8046360" cy="1896840"/>
          </a:xfrm>
          <a:prstGeom prst="rect">
            <a:avLst/>
          </a:prstGeom>
        </p:spPr>
        <p:txBody>
          <a:bodyPr wrap="none"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344880"/>
            <a:ext cx="8227800" cy="1143000"/>
          </a:xfrm>
          <a:prstGeom prst="rect">
            <a:avLst/>
          </a:prstGeom>
        </p:spPr>
        <p:txBody>
          <a:bodyPr wrap="none" lIns="0" tIns="0" rIns="0" bIns="0" anchor="ctr"/>
          <a:lstStyle/>
          <a:p>
            <a:endParaRPr/>
          </a:p>
        </p:txBody>
      </p:sp>
      <p:sp>
        <p:nvSpPr>
          <p:cNvPr id="32" name="PlaceHolder 2"/>
          <p:cNvSpPr>
            <a:spLocks noGrp="1"/>
          </p:cNvSpPr>
          <p:nvPr>
            <p:ph type="body"/>
          </p:nvPr>
        </p:nvSpPr>
        <p:spPr>
          <a:xfrm>
            <a:off x="457200" y="1604520"/>
            <a:ext cx="3926160" cy="189684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840"/>
          </a:xfrm>
          <a:prstGeom prst="rect">
            <a:avLst/>
          </a:prstGeom>
        </p:spPr>
        <p:txBody>
          <a:bodyPr wrap="none" lIns="0" tIns="0" rIns="0" bIns="0"/>
          <a:lstStyle/>
          <a:p>
            <a:endParaRPr/>
          </a:p>
        </p:txBody>
      </p:sp>
      <p:sp>
        <p:nvSpPr>
          <p:cNvPr id="34" name="PlaceHolder 4"/>
          <p:cNvSpPr>
            <a:spLocks noGrp="1"/>
          </p:cNvSpPr>
          <p:nvPr>
            <p:ph type="body"/>
          </p:nvPr>
        </p:nvSpPr>
        <p:spPr>
          <a:xfrm>
            <a:off x="4579920" y="3681720"/>
            <a:ext cx="3926160" cy="1896840"/>
          </a:xfrm>
          <a:prstGeom prst="rect">
            <a:avLst/>
          </a:prstGeom>
        </p:spPr>
        <p:txBody>
          <a:bodyPr wrap="none" lIns="0" tIns="0" rIns="0" bIns="0"/>
          <a:lstStyle/>
          <a:p>
            <a:endParaRPr/>
          </a:p>
        </p:txBody>
      </p:sp>
      <p:sp>
        <p:nvSpPr>
          <p:cNvPr id="35" name="PlaceHolder 5"/>
          <p:cNvSpPr>
            <a:spLocks noGrp="1"/>
          </p:cNvSpPr>
          <p:nvPr>
            <p:ph type="body"/>
          </p:nvPr>
        </p:nvSpPr>
        <p:spPr>
          <a:xfrm>
            <a:off x="457200" y="3681720"/>
            <a:ext cx="3926160" cy="1896840"/>
          </a:xfrm>
          <a:prstGeom prst="rect">
            <a:avLst/>
          </a:prstGeom>
        </p:spPr>
        <p:txBody>
          <a:bodyPr wrap="none"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344880"/>
            <a:ext cx="8227800" cy="1143000"/>
          </a:xfrm>
          <a:prstGeom prst="rect">
            <a:avLst/>
          </a:prstGeom>
        </p:spPr>
        <p:txBody>
          <a:bodyPr wrap="none" lIns="0" tIns="0" rIns="0" bIns="0" anchor="ctr"/>
          <a:lstStyle/>
          <a:p>
            <a:endParaRPr/>
          </a:p>
        </p:txBody>
      </p:sp>
      <p:sp>
        <p:nvSpPr>
          <p:cNvPr id="37" name="PlaceHolder 2"/>
          <p:cNvSpPr>
            <a:spLocks noGrp="1"/>
          </p:cNvSpPr>
          <p:nvPr>
            <p:ph type="body"/>
          </p:nvPr>
        </p:nvSpPr>
        <p:spPr>
          <a:xfrm>
            <a:off x="457200" y="1604520"/>
            <a:ext cx="3926160" cy="1896840"/>
          </a:xfrm>
          <a:prstGeom prst="rect">
            <a:avLst/>
          </a:prstGeom>
        </p:spPr>
        <p:txBody>
          <a:bodyPr wrap="none" lIns="0" tIns="0" rIns="0" bIns="0"/>
          <a:lstStyle/>
          <a:p>
            <a:endParaRPr/>
          </a:p>
        </p:txBody>
      </p:sp>
      <p:sp>
        <p:nvSpPr>
          <p:cNvPr id="38" name="PlaceHolder 3"/>
          <p:cNvSpPr>
            <a:spLocks noGrp="1"/>
          </p:cNvSpPr>
          <p:nvPr>
            <p:ph type="body"/>
          </p:nvPr>
        </p:nvSpPr>
        <p:spPr>
          <a:xfrm>
            <a:off x="4579920" y="1604520"/>
            <a:ext cx="3926160" cy="1896840"/>
          </a:xfrm>
          <a:prstGeom prst="rect">
            <a:avLst/>
          </a:prstGeom>
        </p:spPr>
        <p:txBody>
          <a:bodyPr wrap="none" lIns="0" tIns="0" rIns="0" bIns="0"/>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344880"/>
            <a:ext cx="8227800" cy="1142640"/>
          </a:xfrm>
          <a:prstGeom prst="rect">
            <a:avLst/>
          </a:prstGeom>
        </p:spPr>
        <p:txBody>
          <a:bodyPr lIns="0" tIns="0" rIns="0" bIns="0" anchor="ctr"/>
          <a:lstStyle/>
          <a:p>
            <a:pPr>
              <a:lnSpc>
                <a:spcPct val="74000"/>
              </a:lnSpc>
            </a:pPr>
            <a:r>
              <a:rPr lang="en-GB" sz="2400">
                <a:solidFill>
                  <a:srgbClr val="FFFFFF"/>
                </a:solidFill>
                <a:latin typeface="Times New Roman"/>
                <a:ea typeface="MS Gothic"/>
              </a:rPr>
              <a:t>Click to edit the title text format Click to edit Master title </a:t>
            </a:r>
            <a:endParaRPr/>
          </a:p>
        </p:txBody>
      </p:sp>
      <p:sp>
        <p:nvSpPr>
          <p:cNvPr id="8" name="PlaceHolder 2"/>
          <p:cNvSpPr>
            <a:spLocks noGrp="1"/>
          </p:cNvSpPr>
          <p:nvPr>
            <p:ph type="body"/>
          </p:nvPr>
        </p:nvSpPr>
        <p:spPr>
          <a:xfrm>
            <a:off x="457200" y="1604520"/>
            <a:ext cx="8046360" cy="3977640"/>
          </a:xfrm>
          <a:prstGeom prst="rect">
            <a:avLst/>
          </a:prstGeom>
        </p:spPr>
        <p:txBody>
          <a:bodyPr wrap="none" lIns="0" tIns="0" rIns="0" bIns="0"/>
          <a:lstStyle/>
          <a:p>
            <a:pPr>
              <a:buSzPct val="25000"/>
              <a:buFont typeface="StarSymbol"/>
              <a:buChar char=""/>
            </a:pPr>
            <a:r>
              <a:rPr lang="en-GB"/>
              <a:t>Click to edit the outline text format</a:t>
            </a:r>
            <a:endParaRPr/>
          </a:p>
          <a:p>
            <a:pPr lvl="1">
              <a:buSzPct val="25000"/>
              <a:buFont typeface="StarSymbol"/>
              <a:buChar char=""/>
            </a:pPr>
            <a:r>
              <a:rPr lang="en-GB"/>
              <a:t>Second Outline Level</a:t>
            </a:r>
            <a:endParaRPr/>
          </a:p>
          <a:p>
            <a:pPr lvl="2">
              <a:buSzPct val="25000"/>
              <a:buFont typeface="StarSymbol"/>
              <a:buChar char=""/>
            </a:pPr>
            <a:r>
              <a:rPr lang="en-GB"/>
              <a:t>Third Outline Level</a:t>
            </a:r>
            <a:endParaRPr/>
          </a:p>
          <a:p>
            <a:pPr lvl="3">
              <a:buSzPct val="25000"/>
              <a:buFont typeface="StarSymbol"/>
              <a:buChar char=""/>
            </a:pPr>
            <a:r>
              <a:rPr lang="en-GB"/>
              <a:t>Fourth Outline Level</a:t>
            </a:r>
            <a:endParaRPr/>
          </a:p>
          <a:p>
            <a:pPr lvl="4">
              <a:buSzPct val="25000"/>
              <a:buFont typeface="StarSymbol"/>
              <a:buChar char=""/>
            </a:pPr>
            <a:r>
              <a:rPr lang="en-GB"/>
              <a:t>Fifth Outline Level</a:t>
            </a:r>
            <a:endParaRPr/>
          </a:p>
          <a:p>
            <a:pPr lvl="5">
              <a:buSzPct val="25000"/>
              <a:buFont typeface="StarSymbol"/>
              <a:buChar char=""/>
            </a:pPr>
            <a:r>
              <a:rPr lang="en-GB"/>
              <a:t>Sixth Outline Level</a:t>
            </a:r>
            <a:endParaRPr/>
          </a:p>
          <a:p>
            <a:pPr lvl="6">
              <a:buSzPct val="25000"/>
              <a:buFont typeface="StarSymbol"/>
              <a:buChar char=""/>
            </a:pPr>
            <a:r>
              <a:rPr lang="en-GB"/>
              <a:t>Seventh Outline Level</a:t>
            </a:r>
            <a:endParaRPr/>
          </a:p>
        </p:txBody>
      </p:sp>
      <p:sp>
        <p:nvSpPr>
          <p:cNvPr id="2" name="CustomShape 3"/>
          <p:cNvSpPr/>
          <p:nvPr/>
        </p:nvSpPr>
        <p:spPr>
          <a:xfrm>
            <a:off x="0" y="0"/>
            <a:ext cx="9143640" cy="344880"/>
          </a:xfrm>
          <a:prstGeom prst="rect">
            <a:avLst/>
          </a:prstGeom>
          <a:solidFill>
            <a:srgbClr val="0D0D0D"/>
          </a:solidFill>
        </p:spPr>
      </p:sp>
      <p:sp>
        <p:nvSpPr>
          <p:cNvPr id="3" name="CustomShape 4"/>
          <p:cNvSpPr/>
          <p:nvPr/>
        </p:nvSpPr>
        <p:spPr>
          <a:xfrm>
            <a:off x="0" y="6642823"/>
            <a:ext cx="9143640" cy="228240"/>
          </a:xfrm>
          <a:prstGeom prst="rect">
            <a:avLst/>
          </a:prstGeom>
          <a:solidFill>
            <a:srgbClr val="FFE063"/>
          </a:solidFill>
        </p:spPr>
        <p:txBody>
          <a:bodyPr lIns="90000" tIns="45000" rIns="90000" bIns="45000" anchor="ctr"/>
          <a:lstStyle/>
          <a:p>
            <a:pPr algn="ctr">
              <a:lnSpc>
                <a:spcPct val="100000"/>
              </a:lnSpc>
            </a:pPr>
            <a:r>
              <a:rPr lang="en-IN" sz="1050" dirty="0">
                <a:solidFill>
                  <a:srgbClr val="404040"/>
                </a:solidFill>
                <a:latin typeface="+mj-lt"/>
                <a:ea typeface="Microsoft YaHei"/>
              </a:rPr>
              <a:t>www.sedemac.com</a:t>
            </a:r>
            <a:endParaRPr sz="1050" dirty="0">
              <a:latin typeface="+mj-lt"/>
            </a:endParaRPr>
          </a:p>
        </p:txBody>
      </p:sp>
      <p:sp>
        <p:nvSpPr>
          <p:cNvPr id="4" name="TextShape 5"/>
          <p:cNvSpPr txBox="1"/>
          <p:nvPr/>
        </p:nvSpPr>
        <p:spPr>
          <a:xfrm>
            <a:off x="0" y="6678823"/>
            <a:ext cx="2037806" cy="192240"/>
          </a:xfrm>
          <a:prstGeom prst="rect">
            <a:avLst/>
          </a:prstGeom>
        </p:spPr>
        <p:txBody>
          <a:bodyPr wrap="none" lIns="0" tIns="0" rIns="0" bIns="0"/>
          <a:lstStyle/>
          <a:p>
            <a:pPr algn="ctr"/>
            <a:r>
              <a:rPr lang="en-IN" sz="1050" dirty="0">
                <a:solidFill>
                  <a:srgbClr val="404040"/>
                </a:solidFill>
                <a:latin typeface="+mj-lt"/>
                <a:ea typeface="Microsoft YaHei"/>
              </a:rPr>
              <a:t>SED-QMS-QF-10, Rev. 00</a:t>
            </a:r>
            <a:endParaRPr sz="1050" dirty="0">
              <a:latin typeface="+mj-lt"/>
            </a:endParaRPr>
          </a:p>
        </p:txBody>
      </p:sp>
      <p:sp>
        <p:nvSpPr>
          <p:cNvPr id="5" name="TextShape 6"/>
          <p:cNvSpPr txBox="1"/>
          <p:nvPr/>
        </p:nvSpPr>
        <p:spPr>
          <a:xfrm>
            <a:off x="6557556" y="6665760"/>
            <a:ext cx="2259874" cy="192240"/>
          </a:xfrm>
          <a:prstGeom prst="rect">
            <a:avLst/>
          </a:prstGeom>
        </p:spPr>
        <p:txBody>
          <a:bodyPr wrap="none" lIns="0" tIns="0" rIns="0" bIns="0"/>
          <a:lstStyle/>
          <a:p>
            <a:pPr algn="r"/>
            <a:r>
              <a:rPr lang="en-IN" sz="1050" dirty="0">
                <a:solidFill>
                  <a:srgbClr val="404040"/>
                </a:solidFill>
                <a:latin typeface="+mj-lt"/>
                <a:ea typeface="Microsoft YaHei"/>
              </a:rPr>
              <a:t>Slide </a:t>
            </a:r>
            <a:fld id="{AA1D6229-EE3B-42CF-953C-CC29115FACB5}" type="slidenum">
              <a:rPr lang="en-IN" sz="1050" smtClean="0">
                <a:solidFill>
                  <a:srgbClr val="404040"/>
                </a:solidFill>
                <a:latin typeface="+mj-lt"/>
                <a:ea typeface="Microsoft YaHei"/>
              </a:rPr>
              <a:pPr algn="r"/>
              <a:t>‹#›</a:t>
            </a:fld>
            <a:r>
              <a:rPr lang="en-IN" sz="1050" dirty="0">
                <a:solidFill>
                  <a:srgbClr val="404040"/>
                </a:solidFill>
                <a:latin typeface="+mj-lt"/>
                <a:ea typeface="Microsoft YaHei"/>
              </a:rPr>
              <a:t> of 24</a:t>
            </a:r>
          </a:p>
          <a:p>
            <a:pPr algn="r"/>
            <a:endParaRPr sz="1050" dirty="0">
              <a:latin typeface="+mj-lt"/>
            </a:endParaRPr>
          </a:p>
        </p:txBody>
      </p:sp>
      <p:sp>
        <p:nvSpPr>
          <p:cNvPr id="6" name="TextShape 7"/>
          <p:cNvSpPr txBox="1"/>
          <p:nvPr/>
        </p:nvSpPr>
        <p:spPr>
          <a:xfrm>
            <a:off x="7362720" y="47672"/>
            <a:ext cx="1745280" cy="297208"/>
          </a:xfrm>
          <a:prstGeom prst="rect">
            <a:avLst/>
          </a:prstGeom>
        </p:spPr>
        <p:txBody>
          <a:bodyPr wrap="none" lIns="90000" tIns="45000" rIns="90000" bIns="45000" anchor="ctr"/>
          <a:lstStyle/>
          <a:p>
            <a:pPr algn="ctr">
              <a:lnSpc>
                <a:spcPct val="76000"/>
              </a:lnSpc>
            </a:pPr>
            <a:r>
              <a:rPr lang="en-IN" dirty="0">
                <a:solidFill>
                  <a:srgbClr val="000000"/>
                </a:solidFill>
                <a:latin typeface="Century Gothic"/>
                <a:ea typeface="MS Gothic"/>
              </a:rPr>
              <a:t> </a:t>
            </a:r>
            <a:r>
              <a:rPr lang="en-IN" dirty="0">
                <a:solidFill>
                  <a:srgbClr val="FFFFFF"/>
                </a:solidFill>
                <a:latin typeface="Century Gothic"/>
                <a:ea typeface="MS Gothic"/>
              </a:rPr>
              <a:t>SEDEMAC</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CustomShape 1"/>
          <p:cNvSpPr/>
          <p:nvPr/>
        </p:nvSpPr>
        <p:spPr>
          <a:xfrm>
            <a:off x="1031760" y="1644480"/>
            <a:ext cx="7216560" cy="642600"/>
          </a:xfrm>
          <a:prstGeom prst="rect">
            <a:avLst/>
          </a:prstGeom>
        </p:spPr>
      </p:sp>
      <p:sp>
        <p:nvSpPr>
          <p:cNvPr id="121" name="CustomShape 2"/>
          <p:cNvSpPr/>
          <p:nvPr/>
        </p:nvSpPr>
        <p:spPr>
          <a:xfrm>
            <a:off x="1728000" y="1665360"/>
            <a:ext cx="5472000" cy="558000"/>
          </a:xfrm>
          <a:prstGeom prst="rect">
            <a:avLst/>
          </a:prstGeom>
        </p:spPr>
      </p:sp>
      <p:sp>
        <p:nvSpPr>
          <p:cNvPr id="124" name="TextShape 5"/>
          <p:cNvSpPr txBox="1"/>
          <p:nvPr/>
        </p:nvSpPr>
        <p:spPr>
          <a:xfrm>
            <a:off x="1275120" y="2232000"/>
            <a:ext cx="6716880" cy="2157120"/>
          </a:xfrm>
          <a:prstGeom prst="rect">
            <a:avLst/>
          </a:prstGeom>
        </p:spPr>
        <p:txBody>
          <a:bodyPr wrap="none" lIns="90000" tIns="45000" rIns="90000" bIns="45000"/>
          <a:lstStyle/>
          <a:p>
            <a:pPr algn="ctr">
              <a:lnSpc>
                <a:spcPct val="76000"/>
              </a:lnSpc>
            </a:pPr>
            <a:endParaRPr dirty="0"/>
          </a:p>
          <a:p>
            <a:pPr algn="ctr">
              <a:lnSpc>
                <a:spcPct val="76000"/>
              </a:lnSpc>
            </a:pPr>
            <a:endParaRPr dirty="0"/>
          </a:p>
          <a:p>
            <a:pPr algn="ctr">
              <a:lnSpc>
                <a:spcPct val="76000"/>
              </a:lnSpc>
            </a:pPr>
            <a:r>
              <a:rPr lang="en-IN" sz="2800" b="1" dirty="0">
                <a:solidFill>
                  <a:srgbClr val="000000"/>
                </a:solidFill>
                <a:latin typeface="+mj-lt"/>
                <a:ea typeface="MS Gothic"/>
              </a:rPr>
              <a:t>NV Log Design</a:t>
            </a:r>
            <a:endParaRPr dirty="0">
              <a:latin typeface="+mj-lt"/>
            </a:endParaRPr>
          </a:p>
          <a:p>
            <a:pPr algn="ctr">
              <a:lnSpc>
                <a:spcPct val="76000"/>
              </a:lnSpc>
            </a:pPr>
            <a:endParaRPr dirty="0">
              <a:latin typeface="+mj-lt"/>
            </a:endParaRPr>
          </a:p>
          <a:p>
            <a:pPr algn="ctr">
              <a:lnSpc>
                <a:spcPct val="76000"/>
              </a:lnSpc>
            </a:pPr>
            <a:r>
              <a:rPr lang="en-IN" sz="2000" dirty="0">
                <a:solidFill>
                  <a:srgbClr val="000000"/>
                </a:solidFill>
                <a:latin typeface="+mj-lt"/>
                <a:ea typeface="MS Gothic"/>
              </a:rPr>
              <a:t>Naveen Ramaswamy</a:t>
            </a:r>
            <a:endParaRPr dirty="0">
              <a:latin typeface="+mj-lt"/>
            </a:endParaRPr>
          </a:p>
          <a:p>
            <a:pPr algn="ctr">
              <a:lnSpc>
                <a:spcPct val="76000"/>
              </a:lnSpc>
            </a:pPr>
            <a:endParaRPr dirty="0">
              <a:latin typeface="+mj-lt"/>
            </a:endParaRPr>
          </a:p>
          <a:p>
            <a:pPr algn="ctr">
              <a:lnSpc>
                <a:spcPct val="76000"/>
              </a:lnSpc>
            </a:pPr>
            <a:r>
              <a:rPr lang="en-IN" sz="2000" dirty="0">
                <a:solidFill>
                  <a:srgbClr val="000000"/>
                </a:solidFill>
                <a:latin typeface="+mj-lt"/>
                <a:ea typeface="MS Gothic"/>
              </a:rPr>
              <a:t>15-July-2021</a:t>
            </a:r>
            <a:endParaRPr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FEEE6-4701-461B-A72A-56ADCF9648DE}"/>
              </a:ext>
            </a:extLst>
          </p:cNvPr>
          <p:cNvSpPr>
            <a:spLocks noGrp="1"/>
          </p:cNvSpPr>
          <p:nvPr>
            <p:ph type="title"/>
          </p:nvPr>
        </p:nvSpPr>
        <p:spPr/>
        <p:txBody>
          <a:bodyPr/>
          <a:lstStyle/>
          <a:p>
            <a:pPr algn="ctr"/>
            <a:r>
              <a:rPr lang="en-IN" sz="2000" b="1" dirty="0"/>
              <a:t>PROBLEM STATEMENT</a:t>
            </a:r>
          </a:p>
        </p:txBody>
      </p:sp>
      <p:sp>
        <p:nvSpPr>
          <p:cNvPr id="11" name="TextBox 10">
            <a:extLst>
              <a:ext uri="{FF2B5EF4-FFF2-40B4-BE49-F238E27FC236}">
                <a16:creationId xmlns:a16="http://schemas.microsoft.com/office/drawing/2014/main" id="{0ED0043F-E864-41AF-B34D-DD62E9257300}"/>
              </a:ext>
            </a:extLst>
          </p:cNvPr>
          <p:cNvSpPr txBox="1"/>
          <p:nvPr/>
        </p:nvSpPr>
        <p:spPr>
          <a:xfrm>
            <a:off x="978814" y="1492193"/>
            <a:ext cx="7059867" cy="397031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a:effectLst/>
                <a:latin typeface="Calibri"/>
                <a:ea typeface="Calibri" panose="020F0502020204030204" pitchFamily="34" charset="0"/>
                <a:cs typeface="Times New Roman"/>
              </a:rPr>
              <a:t>Byte-wise erasable media (EEPROM) are expensive</a:t>
            </a:r>
            <a:r>
              <a:rPr lang="en-IN" dirty="0">
                <a:effectLst/>
                <a:latin typeface="Calibri"/>
                <a:ea typeface="Calibri" panose="020F0502020204030204" pitchFamily="34" charset="0"/>
                <a:cs typeface="Times New Roman"/>
              </a:rPr>
              <a:t> and are typically </a:t>
            </a:r>
            <a:r>
              <a:rPr lang="en-IN">
                <a:effectLst/>
                <a:latin typeface="Calibri"/>
                <a:ea typeface="Calibri" panose="020F0502020204030204" pitchFamily="34" charset="0"/>
                <a:cs typeface="Times New Roman"/>
              </a:rPr>
              <a:t>not embedded within microcontrollers.</a:t>
            </a:r>
            <a:endParaRPr lang="en-IN" dirty="0">
              <a:latin typeface="Calibri"/>
              <a:ea typeface="Calibri" panose="020F0502020204030204" pitchFamily="34" charset="0"/>
              <a:cs typeface="Times New Roman"/>
            </a:endParaRPr>
          </a:p>
          <a:p>
            <a:pPr marL="285750" indent="-285750">
              <a:buFont typeface="Arial" panose="020B0604020202020204" pitchFamily="34" charset="0"/>
              <a:buChar char="•"/>
            </a:pPr>
            <a:endParaRPr lang="en-IN" dirty="0">
              <a:effectLst/>
              <a:latin typeface="Calibri"/>
              <a:ea typeface="Calibri" panose="020F0502020204030204" pitchFamily="34" charset="0"/>
              <a:cs typeface="Times New Roman"/>
            </a:endParaRPr>
          </a:p>
          <a:p>
            <a:pPr marL="285750" indent="-285750">
              <a:buFont typeface="Arial" panose="020B0604020202020204" pitchFamily="34" charset="0"/>
              <a:buChar char="•"/>
            </a:pPr>
            <a:r>
              <a:rPr lang="en-IN">
                <a:latin typeface="Calibri"/>
                <a:ea typeface="Calibri" panose="020F0502020204030204" pitchFamily="34" charset="0"/>
                <a:cs typeface="Times New Roman"/>
              </a:rPr>
              <a:t>Flash which is block-wise erasable is cheaper, but the implementation complexity is higher.</a:t>
            </a:r>
            <a:endParaRPr lang="en-IN" dirty="0">
              <a:effectLst/>
              <a:latin typeface="Calibri"/>
              <a:ea typeface="Calibri" panose="020F0502020204030204" pitchFamily="34" charset="0"/>
              <a:cs typeface="Times New Roman" panose="02020603050405020304" pitchFamily="18" charset="0"/>
            </a:endParaRPr>
          </a:p>
          <a:p>
            <a:endParaRPr lang="en-IN" dirty="0">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dirty="0">
                <a:effectLst/>
                <a:latin typeface="Calibri" panose="020F0502020204030204" pitchFamily="34" charset="0"/>
                <a:ea typeface="Calibri" panose="020F0502020204030204" pitchFamily="34" charset="0"/>
                <a:cs typeface="Times New Roman" panose="02020603050405020304" pitchFamily="18" charset="0"/>
              </a:rPr>
              <a:t>The goal </a:t>
            </a:r>
            <a:r>
              <a:rPr lang="en-IN" dirty="0">
                <a:latin typeface="Calibri" panose="020F0502020204030204" pitchFamily="34" charset="0"/>
                <a:ea typeface="Calibri" panose="020F0502020204030204" pitchFamily="34" charset="0"/>
                <a:cs typeface="Times New Roman" panose="02020603050405020304" pitchFamily="18" charset="0"/>
              </a:rPr>
              <a:t>is to d</a:t>
            </a:r>
            <a:r>
              <a:rPr lang="en-IN" dirty="0">
                <a:effectLst/>
                <a:latin typeface="Calibri" panose="020F0502020204030204" pitchFamily="34" charset="0"/>
                <a:ea typeface="Calibri" panose="020F0502020204030204" pitchFamily="34" charset="0"/>
                <a:cs typeface="Times New Roman" panose="02020603050405020304" pitchFamily="18" charset="0"/>
              </a:rPr>
              <a:t>esign a NV Log module which stores and efficiently maintains log within a Flash.</a:t>
            </a:r>
          </a:p>
          <a:p>
            <a:r>
              <a:rPr lang="en-IN"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buFont typeface="Arial" panose="020B0604020202020204" pitchFamily="34" charset="0"/>
              <a:buChar char="•"/>
            </a:pPr>
            <a:r>
              <a:rPr lang="en-IN" b="0" i="0" dirty="0">
                <a:solidFill>
                  <a:srgbClr val="000000"/>
                </a:solidFill>
                <a:effectLst/>
                <a:latin typeface="Calibri" panose="020F0502020204030204" pitchFamily="34" charset="0"/>
                <a:cs typeface="Calibri" panose="020F0502020204030204" pitchFamily="34" charset="0"/>
              </a:rPr>
              <a:t>The inputs to this module are log size, block size, number of blocks, pointer to data to read to/write from and length of the data.</a:t>
            </a:r>
          </a:p>
          <a:p>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0" i="0" dirty="0">
                <a:solidFill>
                  <a:srgbClr val="000000"/>
                </a:solidFill>
                <a:effectLst/>
                <a:latin typeface="Calibri" panose="020F0502020204030204" pitchFamily="34" charset="0"/>
                <a:cs typeface="Calibri" panose="020F0502020204030204" pitchFamily="34" charset="0"/>
              </a:rPr>
              <a:t>The status of the NV log is returned as output</a:t>
            </a:r>
            <a:r>
              <a:rPr lang="en-US" b="0" i="0" dirty="0">
                <a:solidFill>
                  <a:srgbClr val="000000"/>
                </a:solidFill>
                <a:effectLst/>
                <a:latin typeface="Calibri" panose="020F0502020204030204" pitchFamily="34" charset="0"/>
              </a:rPr>
              <a:t>.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439591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1083-26A2-4120-A02D-1F6353F1F421}"/>
              </a:ext>
            </a:extLst>
          </p:cNvPr>
          <p:cNvSpPr>
            <a:spLocks noGrp="1"/>
          </p:cNvSpPr>
          <p:nvPr>
            <p:ph type="title"/>
          </p:nvPr>
        </p:nvSpPr>
        <p:spPr/>
        <p:txBody>
          <a:bodyPr/>
          <a:lstStyle/>
          <a:p>
            <a:pPr algn="ctr"/>
            <a:r>
              <a:rPr lang="en-IN" sz="2000" b="1" dirty="0"/>
              <a:t>DEFINITION OF THE NV LOG PARAMETERS</a:t>
            </a:r>
          </a:p>
        </p:txBody>
      </p:sp>
      <p:sp>
        <p:nvSpPr>
          <p:cNvPr id="6" name="TextBox 5">
            <a:extLst>
              <a:ext uri="{FF2B5EF4-FFF2-40B4-BE49-F238E27FC236}">
                <a16:creationId xmlns:a16="http://schemas.microsoft.com/office/drawing/2014/main" id="{4FD88144-3DCF-40D1-AD2A-87CDAA44C57B}"/>
              </a:ext>
            </a:extLst>
          </p:cNvPr>
          <p:cNvSpPr txBox="1"/>
          <p:nvPr/>
        </p:nvSpPr>
        <p:spPr>
          <a:xfrm>
            <a:off x="559837" y="1309874"/>
            <a:ext cx="7629570" cy="3970318"/>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en-IN" i="0" dirty="0">
                <a:solidFill>
                  <a:srgbClr val="000000"/>
                </a:solidFill>
                <a:effectLst/>
                <a:latin typeface="Calibri" panose="020F0502020204030204" pitchFamily="34" charset="0"/>
                <a:cs typeface="Calibri" panose="020F0502020204030204" pitchFamily="34" charset="0"/>
              </a:rPr>
              <a:t>Log</a:t>
            </a:r>
            <a:r>
              <a:rPr lang="en-IN" b="1" i="0" dirty="0">
                <a:solidFill>
                  <a:srgbClr val="000000"/>
                </a:solidFill>
                <a:effectLst/>
                <a:latin typeface="Calibri" panose="020F0502020204030204" pitchFamily="34" charset="0"/>
                <a:cs typeface="Calibri" panose="020F0502020204030204" pitchFamily="34" charset="0"/>
              </a:rPr>
              <a:t> </a:t>
            </a:r>
            <a:r>
              <a:rPr lang="en-IN" i="0" dirty="0">
                <a:solidFill>
                  <a:srgbClr val="000000"/>
                </a:solidFill>
                <a:effectLst/>
                <a:latin typeface="Calibri" panose="020F0502020204030204" pitchFamily="34" charset="0"/>
                <a:cs typeface="Calibri" panose="020F0502020204030204" pitchFamily="34" charset="0"/>
              </a:rPr>
              <a:t>Size</a:t>
            </a:r>
            <a:r>
              <a:rPr lang="en-IN" b="0" i="0" dirty="0">
                <a:solidFill>
                  <a:srgbClr val="000000"/>
                </a:solidFill>
                <a:effectLst/>
                <a:latin typeface="Calibri" panose="020F0502020204030204" pitchFamily="34" charset="0"/>
                <a:cs typeface="Calibri" panose="020F0502020204030204" pitchFamily="34" charset="0"/>
              </a:rPr>
              <a:t> </a:t>
            </a:r>
            <a:r>
              <a:rPr lang="en-IN"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 </a:t>
            </a:r>
            <a:r>
              <a:rPr lang="en-US" b="0" i="0" dirty="0">
                <a:solidFill>
                  <a:srgbClr val="333333"/>
                </a:solidFill>
                <a:effectLst/>
                <a:latin typeface="Calibri" panose="020F0502020204030204" pitchFamily="34" charset="0"/>
                <a:cs typeface="Calibri" panose="020F0502020204030204" pitchFamily="34" charset="0"/>
              </a:rPr>
              <a:t>Size of each log entry. </a:t>
            </a:r>
          </a:p>
          <a:p>
            <a:pPr marL="342900" indent="-342900">
              <a:buFont typeface="Arial" panose="020B0604020202020204" pitchFamily="34" charset="0"/>
              <a:buChar char="•"/>
            </a:pPr>
            <a:endParaRPr lang="en-IN" dirty="0">
              <a:solidFill>
                <a:srgbClr val="202122"/>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IN" i="0" dirty="0">
                <a:solidFill>
                  <a:srgbClr val="000000"/>
                </a:solidFill>
                <a:effectLst/>
                <a:latin typeface="Calibri"/>
                <a:cs typeface="Calibri"/>
              </a:rPr>
              <a:t>Entry Size </a:t>
            </a:r>
            <a:r>
              <a:rPr lang="en-IN" dirty="0">
                <a:solidFill>
                  <a:srgbClr val="202122"/>
                </a:solidFill>
                <a:latin typeface="Calibri"/>
                <a:ea typeface="Calibri" panose="020F0502020204030204" pitchFamily="34" charset="0"/>
                <a:cs typeface="Calibri"/>
              </a:rPr>
              <a:t>- </a:t>
            </a:r>
            <a:r>
              <a:rPr lang="en-IN" dirty="0">
                <a:solidFill>
                  <a:srgbClr val="202122"/>
                </a:solidFill>
                <a:latin typeface="Calibri"/>
                <a:cs typeface="Calibri"/>
              </a:rPr>
              <a:t> </a:t>
            </a:r>
            <a:r>
              <a:rPr lang="en-US" dirty="0">
                <a:solidFill>
                  <a:srgbClr val="000000"/>
                </a:solidFill>
                <a:latin typeface="Calibri"/>
                <a:cs typeface="Calibri"/>
              </a:rPr>
              <a:t>Size</a:t>
            </a:r>
            <a:r>
              <a:rPr lang="en-US" b="0" i="0" dirty="0">
                <a:solidFill>
                  <a:srgbClr val="000000"/>
                </a:solidFill>
                <a:effectLst/>
                <a:latin typeface="Calibri"/>
                <a:cs typeface="Calibri"/>
              </a:rPr>
              <a:t> of the log with its metadata (CRC) appended to it. </a:t>
            </a:r>
            <a:r>
              <a:rPr lang="en-US" b="0" i="0" dirty="0">
                <a:solidFill>
                  <a:srgbClr val="233343"/>
                </a:solidFill>
                <a:effectLst/>
                <a:latin typeface="Calibri"/>
                <a:cs typeface="Calibri"/>
              </a:rPr>
              <a:t>	</a:t>
            </a:r>
            <a:r>
              <a:rPr lang="en-US" dirty="0">
                <a:solidFill>
                  <a:srgbClr val="233343"/>
                </a:solidFill>
                <a:latin typeface="Calibri"/>
                <a:cs typeface="Calibri"/>
              </a:rPr>
              <a:t>                          </a:t>
            </a:r>
            <a:endParaRPr lang="en-US" b="0" i="0" dirty="0">
              <a:solidFill>
                <a:srgbClr val="233343"/>
              </a:solidFill>
              <a:effectLst/>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IN" i="0" dirty="0">
                <a:solidFill>
                  <a:srgbClr val="000000"/>
                </a:solidFill>
                <a:effectLst/>
                <a:latin typeface="Calibri"/>
                <a:cs typeface="Calibri"/>
              </a:rPr>
              <a:t>Block Size </a:t>
            </a:r>
            <a:r>
              <a:rPr lang="en-US" dirty="0">
                <a:solidFill>
                  <a:srgbClr val="233343"/>
                </a:solidFill>
                <a:latin typeface="Calibri"/>
                <a:cs typeface="Calibri"/>
              </a:rPr>
              <a:t>-</a:t>
            </a:r>
            <a:r>
              <a:rPr lang="en-US" b="0" i="0" dirty="0">
                <a:solidFill>
                  <a:srgbClr val="233343"/>
                </a:solidFill>
                <a:effectLst/>
                <a:latin typeface="Calibri"/>
                <a:cs typeface="Calibri"/>
              </a:rPr>
              <a:t> </a:t>
            </a:r>
            <a:r>
              <a:rPr lang="en-IN" dirty="0">
                <a:solidFill>
                  <a:srgbClr val="000000"/>
                </a:solidFill>
                <a:latin typeface="Calibri"/>
                <a:cs typeface="Calibri"/>
              </a:rPr>
              <a:t>Size</a:t>
            </a:r>
            <a:r>
              <a:rPr lang="en-IN" b="0" i="0" dirty="0">
                <a:solidFill>
                  <a:srgbClr val="000000"/>
                </a:solidFill>
                <a:effectLst/>
                <a:latin typeface="Calibri"/>
                <a:cs typeface="Calibri"/>
              </a:rPr>
              <a:t> of each block in the flash.</a:t>
            </a:r>
          </a:p>
          <a:p>
            <a:pPr marL="342900" indent="-342900">
              <a:buFont typeface="Arial" panose="020B0604020202020204" pitchFamily="34" charset="0"/>
              <a:buChar char="•"/>
            </a:pPr>
            <a:endParaRPr lang="en-IN" dirty="0">
              <a:solidFill>
                <a:srgbClr val="202122"/>
              </a:solidFill>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IN" dirty="0">
                <a:latin typeface="Calibri"/>
                <a:cs typeface="Calibri"/>
              </a:rPr>
              <a:t>Number of Blocks – Number of blocks in the flash to use.       </a:t>
            </a:r>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en-IN" dirty="0">
                <a:solidFill>
                  <a:srgbClr val="000000"/>
                </a:solidFill>
                <a:latin typeface="Calibri"/>
                <a:cs typeface="Calibri"/>
              </a:rPr>
              <a:t>Block Start Address </a:t>
            </a:r>
            <a:r>
              <a:rPr lang="en-IN" dirty="0">
                <a:latin typeface="Calibri"/>
                <a:ea typeface="Calibri" panose="020F0502020204030204" pitchFamily="34" charset="0"/>
                <a:cs typeface="Calibri"/>
              </a:rPr>
              <a:t>– </a:t>
            </a:r>
            <a:r>
              <a:rPr lang="en-US" dirty="0">
                <a:solidFill>
                  <a:srgbClr val="000000"/>
                </a:solidFill>
                <a:latin typeface="Calibri"/>
                <a:cs typeface="Calibri"/>
              </a:rPr>
              <a:t>Address within the flash from where the logging is supposed to start.</a:t>
            </a:r>
          </a:p>
          <a:p>
            <a:pPr marL="342900" indent="-342900">
              <a:buFont typeface="Arial" panose="020B0604020202020204" pitchFamily="34" charset="0"/>
              <a:buChar char="•"/>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IN" dirty="0">
                <a:latin typeface="Calibri"/>
                <a:cs typeface="Calibri"/>
              </a:rPr>
              <a:t>Read Pointer (RP) </a:t>
            </a:r>
            <a:r>
              <a:rPr lang="en-IN" dirty="0">
                <a:effectLst/>
                <a:latin typeface="Calibri"/>
                <a:ea typeface="Calibri" panose="020F0502020204030204" pitchFamily="34" charset="0"/>
                <a:cs typeface="Calibri"/>
              </a:rPr>
              <a:t>– </a:t>
            </a:r>
            <a:r>
              <a:rPr lang="en-US" dirty="0">
                <a:latin typeface="Calibri"/>
                <a:cs typeface="Calibri"/>
              </a:rPr>
              <a:t>Pointer to the location of the start of the oldest log in the flash. </a:t>
            </a:r>
            <a:endParaRPr lang="en-IN" dirty="0">
              <a:latin typeface="Calibri"/>
              <a:cs typeface="Calibri"/>
            </a:endParaRPr>
          </a:p>
          <a:p>
            <a:pPr marL="342900" indent="-34290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18486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1EC3847-E0A6-44C1-AE7A-E23FC83C303C}"/>
              </a:ext>
            </a:extLst>
          </p:cNvPr>
          <p:cNvSpPr txBox="1"/>
          <p:nvPr/>
        </p:nvSpPr>
        <p:spPr>
          <a:xfrm>
            <a:off x="842267" y="1374331"/>
            <a:ext cx="7186366" cy="369331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dirty="0">
                <a:latin typeface="Calibri"/>
                <a:cs typeface="Calibri"/>
              </a:rPr>
              <a:t>Write Pointer (WP) </a:t>
            </a:r>
            <a:r>
              <a:rPr lang="en-IN" dirty="0">
                <a:effectLst/>
                <a:latin typeface="Calibri"/>
                <a:ea typeface="Calibri" panose="020F0502020204030204" pitchFamily="34" charset="0"/>
                <a:cs typeface="Calibri"/>
              </a:rPr>
              <a:t>– </a:t>
            </a:r>
            <a:r>
              <a:rPr lang="en-US" dirty="0">
                <a:latin typeface="Calibri"/>
                <a:cs typeface="Calibri"/>
              </a:rPr>
              <a:t>Pointer to the location where the next log has to be written in the flash. </a:t>
            </a:r>
          </a:p>
          <a:p>
            <a:pPr marL="285750" indent="-285750">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a:cs typeface="Calibri"/>
              </a:rPr>
              <a:t>Entries Per Block </a:t>
            </a:r>
            <a:r>
              <a:rPr lang="en-IN" dirty="0">
                <a:effectLst/>
                <a:latin typeface="Calibri"/>
                <a:ea typeface="Calibri" panose="020F0502020204030204" pitchFamily="34" charset="0"/>
                <a:cs typeface="Calibri"/>
              </a:rPr>
              <a:t>– </a:t>
            </a:r>
            <a:r>
              <a:rPr lang="en-US" dirty="0">
                <a:latin typeface="Calibri"/>
                <a:cs typeface="Calibri"/>
              </a:rPr>
              <a:t>Number of log entries (log data + metadata) that can be fully fit in a block without spilling over to the next block. </a:t>
            </a:r>
          </a:p>
          <a:p>
            <a:pPr marL="285750" indent="-285750">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i="0" dirty="0">
                <a:solidFill>
                  <a:srgbClr val="333333"/>
                </a:solidFill>
                <a:effectLst/>
                <a:latin typeface="Calibri" panose="020F0502020204030204" pitchFamily="34" charset="0"/>
                <a:cs typeface="Calibri" panose="020F0502020204030204" pitchFamily="34" charset="0"/>
              </a:rPr>
              <a:t>Log Count (LC) </a:t>
            </a:r>
            <a:r>
              <a:rPr lang="en-IN" dirty="0">
                <a:effectLst/>
                <a:latin typeface="Calibri" panose="020F0502020204030204" pitchFamily="34" charset="0"/>
                <a:ea typeface="Calibri" panose="020F0502020204030204" pitchFamily="34" charset="0"/>
                <a:cs typeface="Calibri" panose="020F0502020204030204" pitchFamily="34" charset="0"/>
              </a:rPr>
              <a:t> – </a:t>
            </a:r>
            <a:r>
              <a:rPr lang="en-IN" b="0" i="0" dirty="0">
                <a:solidFill>
                  <a:srgbClr val="333333"/>
                </a:solidFill>
                <a:effectLst/>
                <a:latin typeface="Calibri" panose="020F0502020204030204" pitchFamily="34" charset="0"/>
                <a:cs typeface="Calibri" panose="020F0502020204030204" pitchFamily="34" charset="0"/>
              </a:rPr>
              <a:t>The number of logs present in NV Log.</a:t>
            </a:r>
          </a:p>
          <a:p>
            <a:pPr marL="285750" indent="-285750">
              <a:buFont typeface="Arial" panose="020B0604020202020204" pitchFamily="34" charset="0"/>
              <a:buChar char="•"/>
            </a:pPr>
            <a:endParaRPr lang="en-IN" b="0" i="0" dirty="0">
              <a:solidFill>
                <a:srgbClr val="333333"/>
              </a:solidFill>
              <a:effectLst/>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i="0" dirty="0">
                <a:solidFill>
                  <a:srgbClr val="333333"/>
                </a:solidFill>
                <a:effectLst/>
                <a:latin typeface="Calibri" panose="020F0502020204030204" pitchFamily="34" charset="0"/>
                <a:cs typeface="Calibri" panose="020F0502020204030204" pitchFamily="34" charset="0"/>
              </a:rPr>
              <a:t>Log Index </a:t>
            </a:r>
            <a:r>
              <a:rPr lang="en-IN" b="0" i="0" dirty="0">
                <a:solidFill>
                  <a:srgbClr val="333333"/>
                </a:solidFill>
                <a:effectLst/>
                <a:latin typeface="Calibri" panose="020F0502020204030204" pitchFamily="34" charset="0"/>
                <a:cs typeface="Calibri" panose="020F0502020204030204" pitchFamily="34" charset="0"/>
              </a:rPr>
              <a:t>- </a:t>
            </a:r>
            <a:r>
              <a:rPr lang="en-US" b="0" i="0" dirty="0">
                <a:solidFill>
                  <a:srgbClr val="333333"/>
                </a:solidFill>
                <a:effectLst/>
                <a:latin typeface="Calibri" panose="020F0502020204030204" pitchFamily="34" charset="0"/>
                <a:cs typeface="Calibri" panose="020F0502020204030204" pitchFamily="34" charset="0"/>
              </a:rPr>
              <a:t>A number in [0, LC). This is expected to be used by the user of NV Log to read logs.</a:t>
            </a:r>
          </a:p>
          <a:p>
            <a:pPr marL="285750" indent="-285750">
              <a:buFont typeface="Arial" panose="020B0604020202020204" pitchFamily="34" charset="0"/>
              <a:buChar char="•"/>
            </a:pPr>
            <a:endParaRPr lang="en-US" dirty="0">
              <a:solidFill>
                <a:srgbClr val="333333"/>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i="0" dirty="0">
                <a:solidFill>
                  <a:srgbClr val="000000"/>
                </a:solidFill>
                <a:effectLst/>
                <a:latin typeface="Calibri" panose="020F0502020204030204" pitchFamily="34" charset="0"/>
                <a:cs typeface="Calibri" panose="020F0502020204030204" pitchFamily="34" charset="0"/>
              </a:rPr>
              <a:t>Block Revision Number (BRN) </a:t>
            </a:r>
            <a:r>
              <a:rPr lang="en-IN" dirty="0">
                <a:latin typeface="Calibri" panose="020F0502020204030204" pitchFamily="34" charset="0"/>
                <a:cs typeface="Calibri" panose="020F0502020204030204" pitchFamily="34" charset="0"/>
              </a:rPr>
              <a:t> - </a:t>
            </a:r>
            <a:r>
              <a:rPr lang="en-US" b="0" i="0" dirty="0">
                <a:solidFill>
                  <a:srgbClr val="333333"/>
                </a:solidFill>
                <a:effectLst/>
                <a:latin typeface="Calibri" panose="020F0502020204030204" pitchFamily="34" charset="0"/>
                <a:cs typeface="Calibri" panose="020F0502020204030204" pitchFamily="34" charset="0"/>
              </a:rPr>
              <a:t>Represents number of blocks erased since start of logging. </a:t>
            </a:r>
          </a:p>
        </p:txBody>
      </p:sp>
    </p:spTree>
    <p:extLst>
      <p:ext uri="{BB962C8B-B14F-4D97-AF65-F5344CB8AC3E}">
        <p14:creationId xmlns:p14="http://schemas.microsoft.com/office/powerpoint/2010/main" val="1651815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74C62-AE05-4044-8637-6AA06947F3FB}"/>
              </a:ext>
            </a:extLst>
          </p:cNvPr>
          <p:cNvSpPr>
            <a:spLocks noGrp="1"/>
          </p:cNvSpPr>
          <p:nvPr>
            <p:ph type="title"/>
          </p:nvPr>
        </p:nvSpPr>
        <p:spPr/>
        <p:txBody>
          <a:bodyPr/>
          <a:lstStyle/>
          <a:p>
            <a:pPr algn="ctr"/>
            <a:r>
              <a:rPr lang="en-IN" sz="2000" b="1" dirty="0">
                <a:effectLst/>
                <a:ea typeface="Times New Roman" panose="02020603050405020304" pitchFamily="18" charset="0"/>
                <a:cs typeface="Mangal" panose="02040503050203030202" pitchFamily="18" charset="0"/>
              </a:rPr>
              <a:t>NV LOG Algorithms</a:t>
            </a:r>
            <a:br>
              <a:rPr lang="en-IN" sz="1800" b="1" dirty="0">
                <a:solidFill>
                  <a:srgbClr val="2F5496"/>
                </a:solidFill>
                <a:effectLst/>
                <a:latin typeface="Calibri Light" panose="020F0302020204030204" pitchFamily="34" charset="0"/>
                <a:ea typeface="Times New Roman" panose="02020603050405020304" pitchFamily="18" charset="0"/>
                <a:cs typeface="Mangal" panose="02040503050203030202" pitchFamily="18" charset="0"/>
              </a:rPr>
            </a:br>
            <a:endParaRPr lang="en-IN" sz="2000" dirty="0"/>
          </a:p>
        </p:txBody>
      </p:sp>
      <p:sp>
        <p:nvSpPr>
          <p:cNvPr id="4" name="TextBox 3">
            <a:extLst>
              <a:ext uri="{FF2B5EF4-FFF2-40B4-BE49-F238E27FC236}">
                <a16:creationId xmlns:a16="http://schemas.microsoft.com/office/drawing/2014/main" id="{5A4D3566-441F-43CF-A214-BA5B755B3ACA}"/>
              </a:ext>
            </a:extLst>
          </p:cNvPr>
          <p:cNvSpPr txBox="1"/>
          <p:nvPr/>
        </p:nvSpPr>
        <p:spPr>
          <a:xfrm>
            <a:off x="818040" y="1055801"/>
            <a:ext cx="7506119" cy="5816977"/>
          </a:xfrm>
          <a:prstGeom prst="rect">
            <a:avLst/>
          </a:prstGeom>
          <a:noFill/>
        </p:spPr>
        <p:txBody>
          <a:bodyPr wrap="square" rtlCol="0">
            <a:spAutoFit/>
          </a:bodyPr>
          <a:lstStyle/>
          <a:p>
            <a:endParaRPr lang="en-US" b="1"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effectLst/>
                <a:latin typeface="Calibri" panose="020F0502020204030204" pitchFamily="34" charset="0"/>
                <a:ea typeface="Calibri" panose="020F0502020204030204" pitchFamily="34" charset="0"/>
                <a:cs typeface="Calibri" panose="020F0502020204030204" pitchFamily="34" charset="0"/>
              </a:rPr>
              <a:t>Initialization</a:t>
            </a:r>
            <a:r>
              <a:rPr lang="en-US" dirty="0">
                <a:effectLst/>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US"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effectLst/>
                <a:latin typeface="Calibri" panose="020F0502020204030204" pitchFamily="34" charset="0"/>
                <a:ea typeface="Calibri" panose="020F0502020204030204" pitchFamily="34" charset="0"/>
                <a:cs typeface="Calibri" panose="020F0502020204030204" pitchFamily="34" charset="0"/>
              </a:rPr>
              <a:t>Reading a Request</a:t>
            </a:r>
          </a:p>
          <a:p>
            <a:pPr marL="285750" indent="-285750">
              <a:buFont typeface="Arial" panose="020B0604020202020204" pitchFamily="34" charset="0"/>
              <a:buChar char="•"/>
            </a:pPr>
            <a:endParaRPr lang="en-IN"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effectLst/>
                <a:latin typeface="Calibri" panose="020F0502020204030204" pitchFamily="34" charset="0"/>
                <a:ea typeface="Calibri" panose="020F0502020204030204" pitchFamily="34" charset="0"/>
                <a:cs typeface="Calibri" panose="020F0502020204030204" pitchFamily="34" charset="0"/>
              </a:rPr>
              <a:t>Writing an Entry</a:t>
            </a:r>
          </a:p>
          <a:p>
            <a:pPr marL="285750" indent="-285750">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effectLst/>
                <a:latin typeface="Calibri" panose="020F0502020204030204" pitchFamily="34" charset="0"/>
                <a:ea typeface="Calibri" panose="020F0502020204030204" pitchFamily="34" charset="0"/>
                <a:cs typeface="Calibri" panose="020F0502020204030204" pitchFamily="34" charset="0"/>
              </a:rPr>
              <a:t>Reading an Entry</a:t>
            </a:r>
          </a:p>
          <a:p>
            <a:pPr marL="285750" indent="-285750">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effectLst/>
                <a:latin typeface="Calibri" panose="020F0502020204030204" pitchFamily="34" charset="0"/>
                <a:ea typeface="Calibri" panose="020F0502020204030204" pitchFamily="34" charset="0"/>
                <a:cs typeface="Calibri" panose="020F0502020204030204" pitchFamily="34" charset="0"/>
              </a:rPr>
              <a:t>Updating the WP</a:t>
            </a:r>
          </a:p>
          <a:p>
            <a:pPr marL="285750" indent="-285750">
              <a:buFont typeface="Arial" panose="020B0604020202020204" pitchFamily="34" charset="0"/>
              <a:buChar char="•"/>
            </a:pPr>
            <a:endParaRPr lang="en-US"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effectLst/>
                <a:latin typeface="Calibri" panose="020F0502020204030204" pitchFamily="34" charset="0"/>
                <a:ea typeface="Calibri" panose="020F0502020204030204" pitchFamily="34" charset="0"/>
                <a:cs typeface="Calibri" panose="020F0502020204030204" pitchFamily="34" charset="0"/>
              </a:rPr>
              <a:t>Corner cases</a:t>
            </a:r>
          </a:p>
          <a:p>
            <a:pPr marL="342900" indent="-342900">
              <a:buFont typeface="+mj-lt"/>
              <a:buAutoNum type="arabicPeriod"/>
            </a:pPr>
            <a:r>
              <a:rPr lang="en-IN" dirty="0">
                <a:latin typeface="Calibri" panose="020F0502020204030204" pitchFamily="34" charset="0"/>
                <a:ea typeface="Calibri" panose="020F0502020204030204" pitchFamily="34" charset="0"/>
                <a:cs typeface="Calibri" panose="020F0502020204030204" pitchFamily="34" charset="0"/>
              </a:rPr>
              <a:t>Write Block Exhausted</a:t>
            </a:r>
          </a:p>
          <a:p>
            <a:pPr marL="342900" indent="-342900">
              <a:buFont typeface="+mj-lt"/>
              <a:buAutoNum type="arabicPeriod"/>
            </a:pPr>
            <a:r>
              <a:rPr lang="en-IN" dirty="0">
                <a:effectLst/>
                <a:latin typeface="Calibri" panose="020F0502020204030204" pitchFamily="34" charset="0"/>
                <a:ea typeface="Calibri" panose="020F0502020204030204" pitchFamily="34" charset="0"/>
              </a:rPr>
              <a:t>Roll-over </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en-IN" dirty="0">
                <a:effectLst/>
                <a:latin typeface="Calibri" panose="020F0502020204030204" pitchFamily="34" charset="0"/>
                <a:ea typeface="Calibri" panose="020F0502020204030204" pitchFamily="34" charset="0"/>
              </a:rPr>
              <a:t>Corrupt BRN</a:t>
            </a:r>
            <a:endParaRPr lang="en-IN" dirty="0">
              <a:latin typeface="Calibri" panose="020F0502020204030204" pitchFamily="34" charset="0"/>
              <a:ea typeface="Calibri" panose="020F0502020204030204" pitchFamily="34" charset="0"/>
            </a:endParaRPr>
          </a:p>
          <a:p>
            <a:pPr marL="342900" indent="-342900">
              <a:buFont typeface="+mj-lt"/>
              <a:buAutoNum type="arabicPeriod"/>
            </a:pPr>
            <a:r>
              <a:rPr lang="en-IN" dirty="0">
                <a:effectLst/>
                <a:latin typeface="Calibri" panose="020F0502020204030204" pitchFamily="34" charset="0"/>
                <a:ea typeface="Calibri" panose="020F0502020204030204" pitchFamily="34" charset="0"/>
              </a:rPr>
              <a:t>Corrupt Log </a:t>
            </a:r>
          </a:p>
          <a:p>
            <a:pPr marL="342900" indent="-342900">
              <a:buFont typeface="+mj-lt"/>
              <a:buAutoNum type="arabicPeriod"/>
            </a:pPr>
            <a:r>
              <a:rPr lang="en-IN" dirty="0">
                <a:effectLst/>
                <a:latin typeface="Calibri" panose="020F0502020204030204" pitchFamily="34" charset="0"/>
                <a:ea typeface="Calibri" panose="020F0502020204030204" pitchFamily="34" charset="0"/>
              </a:rPr>
              <a:t>Log Not Available </a:t>
            </a:r>
            <a:endParaRPr lang="en-IN" dirty="0">
              <a:effectLst/>
              <a:latin typeface="Calibri" panose="020F0502020204030204" pitchFamily="34" charset="0"/>
              <a:ea typeface="Calibri" panose="020F0502020204030204" pitchFamily="34" charset="0"/>
              <a:cs typeface="Mangal" panose="02040503050203030202" pitchFamily="18" charset="0"/>
            </a:endParaRPr>
          </a:p>
          <a:p>
            <a:pPr marL="285750" indent="-285750">
              <a:buFont typeface="Arial" panose="020B0604020202020204" pitchFamily="34" charset="0"/>
              <a:buChar char="•"/>
            </a:pPr>
            <a:endParaRPr lang="en-US" sz="1600" b="1"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sz="160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4133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3AD2F-ABF7-41B0-BD25-7263888058F6}"/>
              </a:ext>
            </a:extLst>
          </p:cNvPr>
          <p:cNvSpPr>
            <a:spLocks noGrp="1"/>
          </p:cNvSpPr>
          <p:nvPr>
            <p:ph type="title"/>
          </p:nvPr>
        </p:nvSpPr>
        <p:spPr>
          <a:xfrm>
            <a:off x="458100" y="0"/>
            <a:ext cx="8227800" cy="1143000"/>
          </a:xfrm>
        </p:spPr>
        <p:txBody>
          <a:bodyPr/>
          <a:lstStyle/>
          <a:p>
            <a:pPr algn="ctr"/>
            <a:r>
              <a:rPr lang="en-US" sz="2000" b="1" dirty="0"/>
              <a:t>INITIALIZATION</a:t>
            </a:r>
            <a:endParaRPr lang="en-IN" sz="2000" b="1"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915C5AC-381D-47FE-9947-0700E560A773}"/>
                  </a:ext>
                </a:extLst>
              </p:cNvPr>
              <p:cNvSpPr txBox="1"/>
              <p:nvPr/>
            </p:nvSpPr>
            <p:spPr>
              <a:xfrm>
                <a:off x="216040" y="765655"/>
                <a:ext cx="8711920" cy="6272551"/>
              </a:xfrm>
              <a:prstGeom prst="rect">
                <a:avLst/>
              </a:prstGeom>
              <a:noFill/>
            </p:spPr>
            <p:txBody>
              <a:bodyPr wrap="square" rtlCol="0">
                <a:spAutoFit/>
              </a:bodyPr>
              <a:lstStyle/>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If the flash already has BRNs written into the header of the blocks then the read pointer and write pointer are set according to this flash otherwise a new flash is created by erasing all blocks of the flash and writing the header to the first block and setting the read and write pointer to the start of this block added with the size of the block header.</a:t>
                </a:r>
              </a:p>
              <a:p>
                <a:pPr marL="342900" lvl="0" indent="-34290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spcAft>
                    <a:spcPts val="800"/>
                  </a:spcAft>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Reset Read Pointer (RP) – Identify the block with least BRN and update RP to point to the start of the first entry in this block.</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6000"/>
                  </a:lnSpc>
                  <a:spcAft>
                    <a:spcPts val="800"/>
                  </a:spcAft>
                </a:pPr>
                <a14:m>
                  <m:oMathPara xmlns:m="http://schemas.openxmlformats.org/officeDocument/2006/math">
                    <m:oMathParaPr>
                      <m:jc m:val="centerGroup"/>
                    </m:oMathParaPr>
                    <m:oMath xmlns:m="http://schemas.openxmlformats.org/officeDocument/2006/math">
                      <m:r>
                        <a:rPr lang="en-IN" i="1">
                          <a:effectLst/>
                          <a:latin typeface="Cambria Math" panose="02040503050406030204" pitchFamily="18" charset="0"/>
                          <a:ea typeface="Times New Roman" panose="02020603050405020304" pitchFamily="18" charset="0"/>
                          <a:cs typeface="Mangal" panose="02040503050203030202" pitchFamily="18" charset="0"/>
                        </a:rPr>
                        <m:t>𝑅𝑃</m:t>
                      </m:r>
                      <m:r>
                        <a:rPr lang="en-IN" i="1">
                          <a:effectLst/>
                          <a:latin typeface="Cambria Math" panose="02040503050406030204" pitchFamily="18" charset="0"/>
                          <a:ea typeface="Times New Roman" panose="02020603050405020304" pitchFamily="18" charset="0"/>
                          <a:cs typeface="Mangal" panose="02040503050203030202" pitchFamily="18" charset="0"/>
                        </a:rPr>
                        <m:t>=</m:t>
                      </m:r>
                      <m:r>
                        <a:rPr lang="en-IN" i="1">
                          <a:effectLst/>
                          <a:latin typeface="Cambria Math" panose="02040503050406030204" pitchFamily="18" charset="0"/>
                          <a:ea typeface="Times New Roman" panose="02020603050405020304" pitchFamily="18" charset="0"/>
                          <a:cs typeface="Mangal" panose="02040503050203030202" pitchFamily="18" charset="0"/>
                        </a:rPr>
                        <m:t>𝐵𝑙𝑜𝑐𝑘𝑆𝑡𝑎𝑟𝑡𝐴𝑑𝑑𝑟𝑒𝑠𝑠</m:t>
                      </m:r>
                      <m:r>
                        <a:rPr lang="en-IN" i="1">
                          <a:effectLst/>
                          <a:latin typeface="Cambria Math" panose="02040503050406030204" pitchFamily="18" charset="0"/>
                          <a:ea typeface="Times New Roman" panose="02020603050405020304" pitchFamily="18" charset="0"/>
                          <a:cs typeface="Mangal" panose="02040503050203030202" pitchFamily="18" charset="0"/>
                        </a:rPr>
                        <m:t>+(</m:t>
                      </m:r>
                      <m:r>
                        <a:rPr lang="en-IN" i="1">
                          <a:effectLst/>
                          <a:latin typeface="Cambria Math" panose="02040503050406030204" pitchFamily="18" charset="0"/>
                          <a:ea typeface="Times New Roman" panose="02020603050405020304" pitchFamily="18" charset="0"/>
                          <a:cs typeface="Mangal" panose="02040503050203030202" pitchFamily="18" charset="0"/>
                        </a:rPr>
                        <m:t>𝑀𝑖𝑛𝐵𝑅𝑁𝐵𝑙𝑘𝐼𝑛𝑑𝑒𝑥</m:t>
                      </m:r>
                      <m:r>
                        <a:rPr lang="en-IN" i="1">
                          <a:effectLst/>
                          <a:latin typeface="Cambria Math" panose="02040503050406030204" pitchFamily="18" charset="0"/>
                          <a:ea typeface="Calibri" panose="020F0502020204030204" pitchFamily="34" charset="0"/>
                          <a:cs typeface="Calibri" panose="020F0502020204030204" pitchFamily="34" charset="0"/>
                        </a:rPr>
                        <m:t>×</m:t>
                      </m:r>
                      <m:r>
                        <a:rPr lang="en-IN" i="1">
                          <a:effectLst/>
                          <a:latin typeface="Cambria Math" panose="02040503050406030204" pitchFamily="18" charset="0"/>
                          <a:ea typeface="Calibri" panose="020F0502020204030204" pitchFamily="34" charset="0"/>
                          <a:cs typeface="Calibri" panose="020F0502020204030204" pitchFamily="34" charset="0"/>
                        </a:rPr>
                        <m:t>𝐵𝑙𝑜𝑐𝑘𝑆𝑖𝑧𝑒</m:t>
                      </m:r>
                      <m:r>
                        <a:rPr lang="en-IN" i="1">
                          <a:effectLst/>
                          <a:latin typeface="Cambria Math" panose="02040503050406030204" pitchFamily="18" charset="0"/>
                          <a:ea typeface="Calibri" panose="020F0502020204030204" pitchFamily="34" charset="0"/>
                          <a:cs typeface="Calibri" panose="020F0502020204030204" pitchFamily="34" charset="0"/>
                        </a:rPr>
                        <m:t>)+</m:t>
                      </m:r>
                      <m:r>
                        <a:rPr lang="en-IN" i="1">
                          <a:effectLst/>
                          <a:latin typeface="Cambria Math" panose="02040503050406030204" pitchFamily="18" charset="0"/>
                          <a:ea typeface="Calibri" panose="020F0502020204030204" pitchFamily="34" charset="0"/>
                          <a:cs typeface="Calibri" panose="020F0502020204030204" pitchFamily="34" charset="0"/>
                        </a:rPr>
                        <m:t>𝐻𝑒𝑎𝑑𝑒𝑟𝑆𝑖𝑧𝑒</m:t>
                      </m:r>
                    </m:oMath>
                  </m:oMathPara>
                </a14:m>
                <a:endParaRPr lang="en-IN" dirty="0">
                  <a:effectLst/>
                  <a:latin typeface="Calibri" panose="020F0502020204030204" pitchFamily="34" charset="0"/>
                  <a:ea typeface="Calibri" panose="020F0502020204030204" pitchFamily="34" charset="0"/>
                  <a:cs typeface="Calibri" panose="020F0502020204030204" pitchFamily="34" charset="0"/>
                </a:endParaRPr>
              </a:p>
              <a:p>
                <a:pPr algn="ctr">
                  <a:lnSpc>
                    <a:spcPct val="106000"/>
                  </a:lnSpc>
                  <a:spcAft>
                    <a:spcPts val="800"/>
                  </a:spcAft>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spcAft>
                    <a:spcPts val="800"/>
                  </a:spcAft>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Reset Write Pointer (WP) – Identify the block with the highest BRN and update WP to point to the location after the last entry in this block.</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IN" i="1">
                          <a:effectLst/>
                          <a:latin typeface="Cambria Math" panose="02040503050406030204" pitchFamily="18" charset="0"/>
                          <a:ea typeface="Times New Roman" panose="02020603050405020304" pitchFamily="18" charset="0"/>
                          <a:cs typeface="Mangal" panose="02040503050203030202" pitchFamily="18" charset="0"/>
                        </a:rPr>
                        <m:t>𝑊𝑃</m:t>
                      </m:r>
                      <m:r>
                        <a:rPr lang="en-IN" i="1">
                          <a:effectLst/>
                          <a:latin typeface="Cambria Math" panose="02040503050406030204" pitchFamily="18" charset="0"/>
                          <a:ea typeface="Times New Roman" panose="02020603050405020304" pitchFamily="18" charset="0"/>
                          <a:cs typeface="Mangal" panose="02040503050203030202" pitchFamily="18" charset="0"/>
                        </a:rPr>
                        <m:t>=</m:t>
                      </m:r>
                      <m:r>
                        <a:rPr lang="en-IN" i="1">
                          <a:effectLst/>
                          <a:latin typeface="Cambria Math" panose="02040503050406030204" pitchFamily="18" charset="0"/>
                          <a:ea typeface="Times New Roman" panose="02020603050405020304" pitchFamily="18" charset="0"/>
                          <a:cs typeface="Mangal" panose="02040503050203030202" pitchFamily="18" charset="0"/>
                        </a:rPr>
                        <m:t>𝐵𝑙𝑜𝑐𝑘𝑆𝑡𝑎𝑟𝑡𝐴𝑑𝑑𝑟𝑒𝑠𝑠</m:t>
                      </m:r>
                      <m:r>
                        <a:rPr lang="en-IN" i="1">
                          <a:effectLst/>
                          <a:latin typeface="Cambria Math" panose="02040503050406030204" pitchFamily="18" charset="0"/>
                          <a:ea typeface="Times New Roman" panose="02020603050405020304" pitchFamily="18" charset="0"/>
                          <a:cs typeface="Mangal" panose="02040503050203030202" pitchFamily="18" charset="0"/>
                        </a:rPr>
                        <m:t>+(</m:t>
                      </m:r>
                      <m:r>
                        <a:rPr lang="en-IN" i="1">
                          <a:effectLst/>
                          <a:latin typeface="Cambria Math" panose="02040503050406030204" pitchFamily="18" charset="0"/>
                          <a:ea typeface="Times New Roman" panose="02020603050405020304" pitchFamily="18" charset="0"/>
                          <a:cs typeface="Mangal" panose="02040503050203030202" pitchFamily="18" charset="0"/>
                        </a:rPr>
                        <m:t>𝑀𝑎𝑥𝐵𝑅𝑁𝐵𝑙𝑘𝐼𝑛𝑑𝑒𝑥</m:t>
                      </m:r>
                      <m:r>
                        <a:rPr lang="en-IN" i="1">
                          <a:effectLst/>
                          <a:latin typeface="Cambria Math" panose="02040503050406030204" pitchFamily="18" charset="0"/>
                          <a:ea typeface="Calibri" panose="020F0502020204030204" pitchFamily="34" charset="0"/>
                          <a:cs typeface="Calibri" panose="020F0502020204030204" pitchFamily="34" charset="0"/>
                        </a:rPr>
                        <m:t>×</m:t>
                      </m:r>
                      <m:r>
                        <a:rPr lang="en-IN" i="1">
                          <a:effectLst/>
                          <a:latin typeface="Cambria Math" panose="02040503050406030204" pitchFamily="18" charset="0"/>
                          <a:ea typeface="Calibri" panose="020F0502020204030204" pitchFamily="34" charset="0"/>
                          <a:cs typeface="Calibri" panose="020F0502020204030204" pitchFamily="34" charset="0"/>
                        </a:rPr>
                        <m:t>𝐵𝑙𝑜𝑐𝑘𝑆𝑖𝑧𝑒</m:t>
                      </m:r>
                      <m:r>
                        <a:rPr lang="en-IN" i="1">
                          <a:effectLst/>
                          <a:latin typeface="Cambria Math" panose="02040503050406030204" pitchFamily="18" charset="0"/>
                          <a:ea typeface="Calibri" panose="020F0502020204030204" pitchFamily="34" charset="0"/>
                          <a:cs typeface="Calibri" panose="020F0502020204030204" pitchFamily="34" charset="0"/>
                        </a:rPr>
                        <m:t>)+</m:t>
                      </m:r>
                      <m:r>
                        <a:rPr lang="en-IN" i="1">
                          <a:effectLst/>
                          <a:latin typeface="Cambria Math" panose="02040503050406030204" pitchFamily="18" charset="0"/>
                          <a:ea typeface="Calibri" panose="020F0502020204030204" pitchFamily="34" charset="0"/>
                          <a:cs typeface="Calibri" panose="020F0502020204030204" pitchFamily="34" charset="0"/>
                        </a:rPr>
                        <m:t>𝐻𝑒𝑎𝑑𝑒𝑟𝑆𝑖𝑧𝑒</m:t>
                      </m:r>
                    </m:oMath>
                  </m:oMathPara>
                </a14:m>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457200">
                  <a:lnSpc>
                    <a:spcPct val="106000"/>
                  </a:lnSpc>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In Reset Write Pointer, if the WP points to a location where if the next log is written it impedes into the next block, then the next block is erased and the WP moves to the start of this block (done in Update WP).</a:t>
                </a:r>
              </a:p>
              <a:p>
                <a:pPr marL="342900" lvl="0" indent="-34290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spcAft>
                    <a:spcPts val="800"/>
                  </a:spcAft>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After initialization is done the super SM state is set to WAIT_FOR_REQUEST.</a:t>
                </a:r>
                <a:endParaRPr lang="en-IN" dirty="0">
                  <a:effectLst/>
                  <a:latin typeface="Calibri" panose="020F0502020204030204" pitchFamily="34" charset="0"/>
                  <a:ea typeface="Calibri" panose="020F0502020204030204" pitchFamily="34" charset="0"/>
                  <a:cs typeface="Calibri" panose="020F0502020204030204" pitchFamily="34" charset="0"/>
                </a:endParaRPr>
              </a:p>
              <a:p>
                <a:endParaRPr lang="en-IN" dirty="0"/>
              </a:p>
            </p:txBody>
          </p:sp>
        </mc:Choice>
        <mc:Fallback xmlns="">
          <p:sp>
            <p:nvSpPr>
              <p:cNvPr id="4" name="TextBox 3">
                <a:extLst>
                  <a:ext uri="{FF2B5EF4-FFF2-40B4-BE49-F238E27FC236}">
                    <a16:creationId xmlns:a16="http://schemas.microsoft.com/office/drawing/2014/main" id="{8915C5AC-381D-47FE-9947-0700E560A773}"/>
                  </a:ext>
                </a:extLst>
              </p:cNvPr>
              <p:cNvSpPr txBox="1">
                <a:spLocks noRot="1" noChangeAspect="1" noMove="1" noResize="1" noEditPoints="1" noAdjustHandles="1" noChangeArrowheads="1" noChangeShapeType="1" noTextEdit="1"/>
              </p:cNvSpPr>
              <p:nvPr/>
            </p:nvSpPr>
            <p:spPr>
              <a:xfrm>
                <a:off x="216040" y="765655"/>
                <a:ext cx="8711920" cy="6272551"/>
              </a:xfrm>
              <a:prstGeom prst="rect">
                <a:avLst/>
              </a:prstGeom>
              <a:blipFill>
                <a:blip r:embed="rId2"/>
                <a:stretch>
                  <a:fillRect l="-420" t="-486" r="-699"/>
                </a:stretch>
              </a:blipFill>
            </p:spPr>
            <p:txBody>
              <a:bodyPr/>
              <a:lstStyle/>
              <a:p>
                <a:r>
                  <a:rPr lang="en-IN">
                    <a:noFill/>
                  </a:rPr>
                  <a:t> </a:t>
                </a:r>
              </a:p>
            </p:txBody>
          </p:sp>
        </mc:Fallback>
      </mc:AlternateContent>
    </p:spTree>
    <p:extLst>
      <p:ext uri="{BB962C8B-B14F-4D97-AF65-F5344CB8AC3E}">
        <p14:creationId xmlns:p14="http://schemas.microsoft.com/office/powerpoint/2010/main" val="1505654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extBox 103">
            <a:extLst>
              <a:ext uri="{FF2B5EF4-FFF2-40B4-BE49-F238E27FC236}">
                <a16:creationId xmlns:a16="http://schemas.microsoft.com/office/drawing/2014/main" id="{22EE89CF-6368-40A7-BAC7-D22F4235E175}"/>
              </a:ext>
            </a:extLst>
          </p:cNvPr>
          <p:cNvSpPr txBox="1"/>
          <p:nvPr/>
        </p:nvSpPr>
        <p:spPr>
          <a:xfrm>
            <a:off x="1577591" y="552875"/>
            <a:ext cx="6591719" cy="400110"/>
          </a:xfrm>
          <a:prstGeom prst="rect">
            <a:avLst/>
          </a:prstGeom>
          <a:noFill/>
        </p:spPr>
        <p:txBody>
          <a:bodyPr wrap="square" rtlCol="0">
            <a:spAutoFit/>
          </a:bodyPr>
          <a:lstStyle/>
          <a:p>
            <a:pPr algn="ctr"/>
            <a:r>
              <a:rPr lang="en-IN" sz="2000" dirty="0">
                <a:latin typeface="+mj-lt"/>
              </a:rPr>
              <a:t>Initialization</a:t>
            </a:r>
          </a:p>
        </p:txBody>
      </p:sp>
      <p:grpSp>
        <p:nvGrpSpPr>
          <p:cNvPr id="110" name="Group 109">
            <a:extLst>
              <a:ext uri="{FF2B5EF4-FFF2-40B4-BE49-F238E27FC236}">
                <a16:creationId xmlns:a16="http://schemas.microsoft.com/office/drawing/2014/main" id="{1D2259D9-1EE6-44BE-A33D-BE5817A503BE}"/>
              </a:ext>
            </a:extLst>
          </p:cNvPr>
          <p:cNvGrpSpPr/>
          <p:nvPr/>
        </p:nvGrpSpPr>
        <p:grpSpPr>
          <a:xfrm>
            <a:off x="875003" y="1090378"/>
            <a:ext cx="6691380" cy="5461016"/>
            <a:chOff x="875003" y="1090378"/>
            <a:chExt cx="6691380" cy="5461016"/>
          </a:xfrm>
        </p:grpSpPr>
        <p:grpSp>
          <p:nvGrpSpPr>
            <p:cNvPr id="101" name="Group 100">
              <a:extLst>
                <a:ext uri="{FF2B5EF4-FFF2-40B4-BE49-F238E27FC236}">
                  <a16:creationId xmlns:a16="http://schemas.microsoft.com/office/drawing/2014/main" id="{FBE95F84-A9FC-4380-B70C-6DAFE5005AB5}"/>
                </a:ext>
              </a:extLst>
            </p:cNvPr>
            <p:cNvGrpSpPr/>
            <p:nvPr/>
          </p:nvGrpSpPr>
          <p:grpSpPr>
            <a:xfrm>
              <a:off x="875003" y="1090378"/>
              <a:ext cx="6691380" cy="5461016"/>
              <a:chOff x="784568" y="812517"/>
              <a:chExt cx="6691380" cy="5461016"/>
            </a:xfrm>
          </p:grpSpPr>
          <p:grpSp>
            <p:nvGrpSpPr>
              <p:cNvPr id="92" name="Group 91">
                <a:extLst>
                  <a:ext uri="{FF2B5EF4-FFF2-40B4-BE49-F238E27FC236}">
                    <a16:creationId xmlns:a16="http://schemas.microsoft.com/office/drawing/2014/main" id="{6B8D904E-D52F-43A1-8030-612268516A1C}"/>
                  </a:ext>
                </a:extLst>
              </p:cNvPr>
              <p:cNvGrpSpPr/>
              <p:nvPr/>
            </p:nvGrpSpPr>
            <p:grpSpPr>
              <a:xfrm>
                <a:off x="784568" y="812517"/>
                <a:ext cx="6691380" cy="5392876"/>
                <a:chOff x="51038" y="746518"/>
                <a:chExt cx="6691380" cy="5392876"/>
              </a:xfrm>
            </p:grpSpPr>
            <p:sp>
              <p:nvSpPr>
                <p:cNvPr id="36" name="Oval 35">
                  <a:extLst>
                    <a:ext uri="{FF2B5EF4-FFF2-40B4-BE49-F238E27FC236}">
                      <a16:creationId xmlns:a16="http://schemas.microsoft.com/office/drawing/2014/main" id="{9838C60B-824D-4BC0-B144-F6A824842F1D}"/>
                    </a:ext>
                  </a:extLst>
                </p:cNvPr>
                <p:cNvSpPr/>
                <p:nvPr/>
              </p:nvSpPr>
              <p:spPr>
                <a:xfrm>
                  <a:off x="3451859" y="746518"/>
                  <a:ext cx="1120140" cy="400050"/>
                </a:xfrm>
                <a:prstGeom prst="ellipse">
                  <a:avLst/>
                </a:prstGeom>
                <a:solidFill>
                  <a:srgbClr val="FA4B2E"/>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dirty="0">
                      <a:ln>
                        <a:noFill/>
                      </a:ln>
                      <a:solidFill>
                        <a:schemeClr val="tx1"/>
                      </a:solidFill>
                      <a:effectLst/>
                      <a:ea typeface="Calibri" panose="020F0502020204030204" pitchFamily="34" charset="0"/>
                      <a:cs typeface="Times New Roman" panose="02020603050405020304" pitchFamily="18" charset="0"/>
                    </a:rPr>
                    <a:t>Start</a:t>
                  </a:r>
                  <a:endParaRPr lang="en-IN" sz="1100" dirty="0">
                    <a:solidFill>
                      <a:schemeClr val="tx1"/>
                    </a:solidFill>
                    <a:effectLst/>
                    <a:ea typeface="Calibri" panose="020F0502020204030204" pitchFamily="34" charset="0"/>
                    <a:cs typeface="Times New Roman" panose="02020603050405020304" pitchFamily="18" charset="0"/>
                  </a:endParaRPr>
                </a:p>
              </p:txBody>
            </p:sp>
            <p:sp>
              <p:nvSpPr>
                <p:cNvPr id="38" name="Oval 58">
                  <a:extLst>
                    <a:ext uri="{FF2B5EF4-FFF2-40B4-BE49-F238E27FC236}">
                      <a16:creationId xmlns:a16="http://schemas.microsoft.com/office/drawing/2014/main" id="{BC500CEC-C2EC-4FD8-AD21-C6EB3EBED0C0}"/>
                    </a:ext>
                  </a:extLst>
                </p:cNvPr>
                <p:cNvSpPr>
                  <a:spLocks noChangeArrowheads="1"/>
                </p:cNvSpPr>
                <p:nvPr/>
              </p:nvSpPr>
              <p:spPr bwMode="auto">
                <a:xfrm>
                  <a:off x="3451223" y="5710769"/>
                  <a:ext cx="1120775" cy="428625"/>
                </a:xfrm>
                <a:prstGeom prst="ellipse">
                  <a:avLst/>
                </a:prstGeom>
                <a:solidFill>
                  <a:srgbClr val="FA4B2E"/>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End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Diamond 61">
                  <a:extLst>
                    <a:ext uri="{FF2B5EF4-FFF2-40B4-BE49-F238E27FC236}">
                      <a16:creationId xmlns:a16="http://schemas.microsoft.com/office/drawing/2014/main" id="{0021BA3D-E91F-4ADE-AD13-36A99FDC01B7}"/>
                    </a:ext>
                  </a:extLst>
                </p:cNvPr>
                <p:cNvSpPr>
                  <a:spLocks noChangeArrowheads="1"/>
                </p:cNvSpPr>
                <p:nvPr/>
              </p:nvSpPr>
              <p:spPr bwMode="auto">
                <a:xfrm>
                  <a:off x="3229939" y="1422998"/>
                  <a:ext cx="1563979" cy="864785"/>
                </a:xfrm>
                <a:prstGeom prst="diamond">
                  <a:avLst/>
                </a:prstGeom>
                <a:solidFill>
                  <a:srgbClr val="8EAADB"/>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Is BRN available?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1" name="Rectangle 62">
                  <a:extLst>
                    <a:ext uri="{FF2B5EF4-FFF2-40B4-BE49-F238E27FC236}">
                      <a16:creationId xmlns:a16="http://schemas.microsoft.com/office/drawing/2014/main" id="{C95312FC-47A0-4B40-8D95-82F61F16A759}"/>
                    </a:ext>
                  </a:extLst>
                </p:cNvPr>
                <p:cNvSpPr>
                  <a:spLocks noChangeArrowheads="1"/>
                </p:cNvSpPr>
                <p:nvPr/>
              </p:nvSpPr>
              <p:spPr bwMode="auto">
                <a:xfrm>
                  <a:off x="1219219" y="1572936"/>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Erase Flash</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3" name="Rectangle 62">
                  <a:extLst>
                    <a:ext uri="{FF2B5EF4-FFF2-40B4-BE49-F238E27FC236}">
                      <a16:creationId xmlns:a16="http://schemas.microsoft.com/office/drawing/2014/main" id="{F1BB0941-EEBA-4A6C-A99D-471EF8DC763E}"/>
                    </a:ext>
                  </a:extLst>
                </p:cNvPr>
                <p:cNvSpPr>
                  <a:spLocks noChangeArrowheads="1"/>
                </p:cNvSpPr>
                <p:nvPr/>
              </p:nvSpPr>
              <p:spPr bwMode="auto">
                <a:xfrm>
                  <a:off x="3360245" y="2610806"/>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Calculate and set RP</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5" name="Rectangle 62">
                  <a:extLst>
                    <a:ext uri="{FF2B5EF4-FFF2-40B4-BE49-F238E27FC236}">
                      <a16:creationId xmlns:a16="http://schemas.microsoft.com/office/drawing/2014/main" id="{35311080-DBED-485F-A838-46E62FFAC0FA}"/>
                    </a:ext>
                  </a:extLst>
                </p:cNvPr>
                <p:cNvSpPr>
                  <a:spLocks noChangeArrowheads="1"/>
                </p:cNvSpPr>
                <p:nvPr/>
              </p:nvSpPr>
              <p:spPr bwMode="auto">
                <a:xfrm>
                  <a:off x="3360243" y="3498736"/>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Calculate and set WP</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6" name="Diamond 61">
                  <a:extLst>
                    <a:ext uri="{FF2B5EF4-FFF2-40B4-BE49-F238E27FC236}">
                      <a16:creationId xmlns:a16="http://schemas.microsoft.com/office/drawing/2014/main" id="{18657B1E-A053-4485-8486-3DE09B58F7FC}"/>
                    </a:ext>
                  </a:extLst>
                </p:cNvPr>
                <p:cNvSpPr>
                  <a:spLocks noChangeArrowheads="1"/>
                </p:cNvSpPr>
                <p:nvPr/>
              </p:nvSpPr>
              <p:spPr bwMode="auto">
                <a:xfrm>
                  <a:off x="3229620" y="4390447"/>
                  <a:ext cx="1563979" cy="864785"/>
                </a:xfrm>
                <a:prstGeom prst="diamond">
                  <a:avLst/>
                </a:prstGeom>
                <a:solidFill>
                  <a:srgbClr val="8EAADB"/>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Is WP impeding onto next block?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48" name="Straight Arrow Connector 47">
                  <a:extLst>
                    <a:ext uri="{FF2B5EF4-FFF2-40B4-BE49-F238E27FC236}">
                      <a16:creationId xmlns:a16="http://schemas.microsoft.com/office/drawing/2014/main" id="{63C5C0CC-0FA2-425B-9F3C-1BE6742538DC}"/>
                    </a:ext>
                  </a:extLst>
                </p:cNvPr>
                <p:cNvCxnSpPr>
                  <a:cxnSpLocks/>
                  <a:stCxn id="36" idx="4"/>
                  <a:endCxn id="40" idx="0"/>
                </p:cNvCxnSpPr>
                <p:nvPr/>
              </p:nvCxnSpPr>
              <p:spPr>
                <a:xfrm>
                  <a:off x="4011929" y="1146568"/>
                  <a:ext cx="0" cy="2764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C5AF7DF5-52B6-424E-8B30-E434A3967F8B}"/>
                    </a:ext>
                  </a:extLst>
                </p:cNvPr>
                <p:cNvCxnSpPr>
                  <a:cxnSpLocks/>
                  <a:stCxn id="40" idx="2"/>
                  <a:endCxn id="43" idx="0"/>
                </p:cNvCxnSpPr>
                <p:nvPr/>
              </p:nvCxnSpPr>
              <p:spPr>
                <a:xfrm flipH="1">
                  <a:off x="4011611" y="2287783"/>
                  <a:ext cx="318" cy="3230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64AC3E93-0C77-47DA-95CA-38FA51BF6EAC}"/>
                    </a:ext>
                  </a:extLst>
                </p:cNvPr>
                <p:cNvCxnSpPr>
                  <a:cxnSpLocks/>
                  <a:stCxn id="40" idx="1"/>
                  <a:endCxn id="41" idx="3"/>
                </p:cNvCxnSpPr>
                <p:nvPr/>
              </p:nvCxnSpPr>
              <p:spPr>
                <a:xfrm flipH="1" flipV="1">
                  <a:off x="2521951" y="1855390"/>
                  <a:ext cx="70798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81778E8E-FCF1-41CA-99B3-252F762C075C}"/>
                    </a:ext>
                  </a:extLst>
                </p:cNvPr>
                <p:cNvCxnSpPr>
                  <a:cxnSpLocks/>
                  <a:stCxn id="43" idx="2"/>
                  <a:endCxn id="45" idx="0"/>
                </p:cNvCxnSpPr>
                <p:nvPr/>
              </p:nvCxnSpPr>
              <p:spPr>
                <a:xfrm flipH="1">
                  <a:off x="4011609" y="3175713"/>
                  <a:ext cx="2" cy="3230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Rectangle 62">
                  <a:extLst>
                    <a:ext uri="{FF2B5EF4-FFF2-40B4-BE49-F238E27FC236}">
                      <a16:creationId xmlns:a16="http://schemas.microsoft.com/office/drawing/2014/main" id="{37A6BA60-8FA0-4CDC-A8F0-8BC21BCA8508}"/>
                    </a:ext>
                  </a:extLst>
                </p:cNvPr>
                <p:cNvSpPr>
                  <a:spLocks noChangeArrowheads="1"/>
                </p:cNvSpPr>
                <p:nvPr/>
              </p:nvSpPr>
              <p:spPr bwMode="auto">
                <a:xfrm>
                  <a:off x="1219219" y="2580144"/>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100" dirty="0">
                      <a:solidFill>
                        <a:srgbClr val="000000"/>
                      </a:solidFill>
                      <a:latin typeface="Calibri" panose="020F0502020204030204" pitchFamily="34" charset="0"/>
                      <a:cs typeface="Times New Roman" panose="02020603050405020304" pitchFamily="18" charset="0"/>
                    </a:rPr>
                    <a:t>Write header of first block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6" name="Rectangle 62">
                  <a:extLst>
                    <a:ext uri="{FF2B5EF4-FFF2-40B4-BE49-F238E27FC236}">
                      <a16:creationId xmlns:a16="http://schemas.microsoft.com/office/drawing/2014/main" id="{8174D3E0-93B1-4FA3-A302-0B79A52DCA5A}"/>
                    </a:ext>
                  </a:extLst>
                </p:cNvPr>
                <p:cNvSpPr>
                  <a:spLocks noChangeArrowheads="1"/>
                </p:cNvSpPr>
                <p:nvPr/>
              </p:nvSpPr>
              <p:spPr bwMode="auto">
                <a:xfrm>
                  <a:off x="1219219" y="3558443"/>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Set RP to first block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7" name="Rectangle 62">
                  <a:extLst>
                    <a:ext uri="{FF2B5EF4-FFF2-40B4-BE49-F238E27FC236}">
                      <a16:creationId xmlns:a16="http://schemas.microsoft.com/office/drawing/2014/main" id="{BC56CD2D-D3CF-4602-95B3-9DB49DC6FB7F}"/>
                    </a:ext>
                  </a:extLst>
                </p:cNvPr>
                <p:cNvSpPr>
                  <a:spLocks noChangeArrowheads="1"/>
                </p:cNvSpPr>
                <p:nvPr/>
              </p:nvSpPr>
              <p:spPr bwMode="auto">
                <a:xfrm>
                  <a:off x="1219219" y="4536743"/>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Set WP to first block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59" name="Straight Arrow Connector 58">
                  <a:extLst>
                    <a:ext uri="{FF2B5EF4-FFF2-40B4-BE49-F238E27FC236}">
                      <a16:creationId xmlns:a16="http://schemas.microsoft.com/office/drawing/2014/main" id="{47A179FA-D521-43D0-9398-B214D9999757}"/>
                    </a:ext>
                  </a:extLst>
                </p:cNvPr>
                <p:cNvCxnSpPr>
                  <a:cxnSpLocks/>
                  <a:stCxn id="41" idx="2"/>
                  <a:endCxn id="55" idx="0"/>
                </p:cNvCxnSpPr>
                <p:nvPr/>
              </p:nvCxnSpPr>
              <p:spPr>
                <a:xfrm>
                  <a:off x="1870585" y="2137843"/>
                  <a:ext cx="0" cy="4423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55BAF4D8-24DA-4611-838A-CC6388FDED80}"/>
                    </a:ext>
                  </a:extLst>
                </p:cNvPr>
                <p:cNvCxnSpPr>
                  <a:cxnSpLocks/>
                  <a:stCxn id="55" idx="2"/>
                  <a:endCxn id="56" idx="0"/>
                </p:cNvCxnSpPr>
                <p:nvPr/>
              </p:nvCxnSpPr>
              <p:spPr>
                <a:xfrm>
                  <a:off x="1870585" y="3145051"/>
                  <a:ext cx="0" cy="4133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2EC8C0FF-ACFE-4427-9836-7781FA059BAB}"/>
                    </a:ext>
                  </a:extLst>
                </p:cNvPr>
                <p:cNvCxnSpPr>
                  <a:cxnSpLocks/>
                  <a:stCxn id="56" idx="2"/>
                  <a:endCxn id="57" idx="0"/>
                </p:cNvCxnSpPr>
                <p:nvPr/>
              </p:nvCxnSpPr>
              <p:spPr>
                <a:xfrm>
                  <a:off x="1870585" y="4123350"/>
                  <a:ext cx="0" cy="413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3CDD7EFC-42ED-46BC-9C5E-C7572935FD80}"/>
                    </a:ext>
                  </a:extLst>
                </p:cNvPr>
                <p:cNvCxnSpPr>
                  <a:cxnSpLocks/>
                  <a:stCxn id="45" idx="2"/>
                  <a:endCxn id="46" idx="0"/>
                </p:cNvCxnSpPr>
                <p:nvPr/>
              </p:nvCxnSpPr>
              <p:spPr>
                <a:xfrm>
                  <a:off x="4011609" y="4063643"/>
                  <a:ext cx="1" cy="3268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Rectangle 62">
                  <a:extLst>
                    <a:ext uri="{FF2B5EF4-FFF2-40B4-BE49-F238E27FC236}">
                      <a16:creationId xmlns:a16="http://schemas.microsoft.com/office/drawing/2014/main" id="{0E3F4309-2E67-4E89-A04C-A1E8362667E1}"/>
                    </a:ext>
                  </a:extLst>
                </p:cNvPr>
                <p:cNvSpPr>
                  <a:spLocks noChangeArrowheads="1"/>
                </p:cNvSpPr>
                <p:nvPr/>
              </p:nvSpPr>
              <p:spPr bwMode="auto">
                <a:xfrm>
                  <a:off x="5439686" y="4540385"/>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Erase next block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83" name="Connector: Elbow 82">
                  <a:extLst>
                    <a:ext uri="{FF2B5EF4-FFF2-40B4-BE49-F238E27FC236}">
                      <a16:creationId xmlns:a16="http://schemas.microsoft.com/office/drawing/2014/main" id="{EFE09AE8-21C6-415C-920A-5A9C6BCCA20C}"/>
                    </a:ext>
                  </a:extLst>
                </p:cNvPr>
                <p:cNvCxnSpPr>
                  <a:cxnSpLocks/>
                  <a:stCxn id="57" idx="2"/>
                  <a:endCxn id="38" idx="2"/>
                </p:cNvCxnSpPr>
                <p:nvPr/>
              </p:nvCxnSpPr>
              <p:spPr>
                <a:xfrm rot="16200000" flipH="1">
                  <a:off x="2249188" y="4723047"/>
                  <a:ext cx="823432" cy="158063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68E05ADD-E17A-4088-867C-2A858D493DB5}"/>
                    </a:ext>
                  </a:extLst>
                </p:cNvPr>
                <p:cNvCxnSpPr>
                  <a:cxnSpLocks/>
                  <a:stCxn id="46" idx="2"/>
                  <a:endCxn id="38" idx="0"/>
                </p:cNvCxnSpPr>
                <p:nvPr/>
              </p:nvCxnSpPr>
              <p:spPr>
                <a:xfrm>
                  <a:off x="4011610" y="5255232"/>
                  <a:ext cx="1" cy="4555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a:extLst>
                    <a:ext uri="{FF2B5EF4-FFF2-40B4-BE49-F238E27FC236}">
                      <a16:creationId xmlns:a16="http://schemas.microsoft.com/office/drawing/2014/main" id="{B437B543-7789-45BC-BDFE-B6C685738C79}"/>
                    </a:ext>
                  </a:extLst>
                </p:cNvPr>
                <p:cNvCxnSpPr>
                  <a:cxnSpLocks/>
                  <a:stCxn id="46" idx="3"/>
                  <a:endCxn id="68" idx="1"/>
                </p:cNvCxnSpPr>
                <p:nvPr/>
              </p:nvCxnSpPr>
              <p:spPr>
                <a:xfrm flipV="1">
                  <a:off x="4793599" y="4822839"/>
                  <a:ext cx="64608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0" name="Left Brace 89">
                  <a:extLst>
                    <a:ext uri="{FF2B5EF4-FFF2-40B4-BE49-F238E27FC236}">
                      <a16:creationId xmlns:a16="http://schemas.microsoft.com/office/drawing/2014/main" id="{4A744FA1-D375-464D-BB6C-C1CACCEFCFDF}"/>
                    </a:ext>
                  </a:extLst>
                </p:cNvPr>
                <p:cNvSpPr/>
                <p:nvPr/>
              </p:nvSpPr>
              <p:spPr>
                <a:xfrm>
                  <a:off x="884263" y="1572936"/>
                  <a:ext cx="251201" cy="352871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91" name="TextBox 90">
                  <a:extLst>
                    <a:ext uri="{FF2B5EF4-FFF2-40B4-BE49-F238E27FC236}">
                      <a16:creationId xmlns:a16="http://schemas.microsoft.com/office/drawing/2014/main" id="{62C0CEAB-7F09-4B91-A6E8-4265EDDC6EEC}"/>
                    </a:ext>
                  </a:extLst>
                </p:cNvPr>
                <p:cNvSpPr txBox="1"/>
                <p:nvPr/>
              </p:nvSpPr>
              <p:spPr>
                <a:xfrm>
                  <a:off x="51038" y="3054699"/>
                  <a:ext cx="854110" cy="523220"/>
                </a:xfrm>
                <a:prstGeom prst="rect">
                  <a:avLst/>
                </a:prstGeom>
                <a:noFill/>
              </p:spPr>
              <p:txBody>
                <a:bodyPr wrap="square" rtlCol="0">
                  <a:spAutoFit/>
                </a:bodyPr>
                <a:lstStyle/>
                <a:p>
                  <a:pPr algn="ctr"/>
                  <a:r>
                    <a:rPr lang="en-IN" sz="1400" dirty="0">
                      <a:latin typeface="Calibri" panose="020F0502020204030204" pitchFamily="34" charset="0"/>
                      <a:cs typeface="Calibri" panose="020F0502020204030204" pitchFamily="34" charset="0"/>
                    </a:rPr>
                    <a:t>New Flash Init</a:t>
                  </a:r>
                </a:p>
              </p:txBody>
            </p:sp>
          </p:grpSp>
          <p:sp>
            <p:nvSpPr>
              <p:cNvPr id="96" name="Rectangle 62">
                <a:extLst>
                  <a:ext uri="{FF2B5EF4-FFF2-40B4-BE49-F238E27FC236}">
                    <a16:creationId xmlns:a16="http://schemas.microsoft.com/office/drawing/2014/main" id="{1878EA4E-9FBC-4E13-B8F5-95FDB206ECE5}"/>
                  </a:ext>
                </a:extLst>
              </p:cNvPr>
              <p:cNvSpPr>
                <a:spLocks noChangeArrowheads="1"/>
              </p:cNvSpPr>
              <p:nvPr/>
            </p:nvSpPr>
            <p:spPr bwMode="auto">
              <a:xfrm>
                <a:off x="6173216" y="5708626"/>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Set WP to next block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98" name="Straight Arrow Connector 97">
                <a:extLst>
                  <a:ext uri="{FF2B5EF4-FFF2-40B4-BE49-F238E27FC236}">
                    <a16:creationId xmlns:a16="http://schemas.microsoft.com/office/drawing/2014/main" id="{7DA690DD-793C-47DC-9A62-A0CDBB637ABF}"/>
                  </a:ext>
                </a:extLst>
              </p:cNvPr>
              <p:cNvCxnSpPr>
                <a:cxnSpLocks/>
                <a:stCxn id="68" idx="2"/>
                <a:endCxn id="96" idx="0"/>
              </p:cNvCxnSpPr>
              <p:nvPr/>
            </p:nvCxnSpPr>
            <p:spPr>
              <a:xfrm>
                <a:off x="6824582" y="5171291"/>
                <a:ext cx="0" cy="5373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a:extLst>
                  <a:ext uri="{FF2B5EF4-FFF2-40B4-BE49-F238E27FC236}">
                    <a16:creationId xmlns:a16="http://schemas.microsoft.com/office/drawing/2014/main" id="{FE60BA35-5CF0-4E78-86A4-EA129C5D2E18}"/>
                  </a:ext>
                </a:extLst>
              </p:cNvPr>
              <p:cNvCxnSpPr>
                <a:cxnSpLocks/>
                <a:stCxn id="96" idx="1"/>
                <a:endCxn id="38" idx="6"/>
              </p:cNvCxnSpPr>
              <p:nvPr/>
            </p:nvCxnSpPr>
            <p:spPr>
              <a:xfrm flipH="1">
                <a:off x="5305528" y="5991080"/>
                <a:ext cx="86768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05" name="TextBox 104">
              <a:extLst>
                <a:ext uri="{FF2B5EF4-FFF2-40B4-BE49-F238E27FC236}">
                  <a16:creationId xmlns:a16="http://schemas.microsoft.com/office/drawing/2014/main" id="{5BF013E3-85E7-4947-9183-D0AE5052F7AC}"/>
                </a:ext>
              </a:extLst>
            </p:cNvPr>
            <p:cNvSpPr txBox="1"/>
            <p:nvPr/>
          </p:nvSpPr>
          <p:spPr>
            <a:xfrm>
              <a:off x="5724568" y="4952387"/>
              <a:ext cx="432077" cy="276999"/>
            </a:xfrm>
            <a:prstGeom prst="rect">
              <a:avLst/>
            </a:prstGeom>
            <a:noFill/>
          </p:spPr>
          <p:txBody>
            <a:bodyPr wrap="square" rtlCol="0">
              <a:spAutoFit/>
            </a:bodyPr>
            <a:lstStyle/>
            <a:p>
              <a:r>
                <a:rPr lang="en-IN" sz="1200" dirty="0">
                  <a:latin typeface="Calibri" panose="020F0502020204030204" pitchFamily="34" charset="0"/>
                  <a:cs typeface="Calibri" panose="020F0502020204030204" pitchFamily="34" charset="0"/>
                </a:rPr>
                <a:t>Yes</a:t>
              </a:r>
            </a:p>
          </p:txBody>
        </p:sp>
        <p:sp>
          <p:nvSpPr>
            <p:cNvPr id="106" name="TextBox 105">
              <a:extLst>
                <a:ext uri="{FF2B5EF4-FFF2-40B4-BE49-F238E27FC236}">
                  <a16:creationId xmlns:a16="http://schemas.microsoft.com/office/drawing/2014/main" id="{A385134A-6F9E-48BF-A299-E0EAFE978ED1}"/>
                </a:ext>
              </a:extLst>
            </p:cNvPr>
            <p:cNvSpPr txBox="1"/>
            <p:nvPr/>
          </p:nvSpPr>
          <p:spPr>
            <a:xfrm>
              <a:off x="4835574" y="2631074"/>
              <a:ext cx="432077" cy="276999"/>
            </a:xfrm>
            <a:prstGeom prst="rect">
              <a:avLst/>
            </a:prstGeom>
            <a:noFill/>
          </p:spPr>
          <p:txBody>
            <a:bodyPr wrap="square" rtlCol="0">
              <a:spAutoFit/>
            </a:bodyPr>
            <a:lstStyle/>
            <a:p>
              <a:r>
                <a:rPr lang="en-IN" sz="1200" dirty="0">
                  <a:latin typeface="Calibri" panose="020F0502020204030204" pitchFamily="34" charset="0"/>
                  <a:cs typeface="Calibri" panose="020F0502020204030204" pitchFamily="34" charset="0"/>
                </a:rPr>
                <a:t>Yes</a:t>
              </a:r>
            </a:p>
          </p:txBody>
        </p:sp>
        <p:sp>
          <p:nvSpPr>
            <p:cNvPr id="107" name="TextBox 106">
              <a:extLst>
                <a:ext uri="{FF2B5EF4-FFF2-40B4-BE49-F238E27FC236}">
                  <a16:creationId xmlns:a16="http://schemas.microsoft.com/office/drawing/2014/main" id="{A87F0218-369D-449A-A2C2-F29B10D55716}"/>
                </a:ext>
              </a:extLst>
            </p:cNvPr>
            <p:cNvSpPr txBox="1"/>
            <p:nvPr/>
          </p:nvSpPr>
          <p:spPr>
            <a:xfrm>
              <a:off x="3532204" y="1985193"/>
              <a:ext cx="432077" cy="276999"/>
            </a:xfrm>
            <a:prstGeom prst="rect">
              <a:avLst/>
            </a:prstGeom>
            <a:noFill/>
          </p:spPr>
          <p:txBody>
            <a:bodyPr wrap="square" rtlCol="0">
              <a:spAutoFit/>
            </a:bodyPr>
            <a:lstStyle/>
            <a:p>
              <a:r>
                <a:rPr lang="en-IN" sz="1200" dirty="0">
                  <a:latin typeface="Calibri" panose="020F0502020204030204" pitchFamily="34" charset="0"/>
                  <a:cs typeface="Calibri" panose="020F0502020204030204" pitchFamily="34" charset="0"/>
                </a:rPr>
                <a:t>No</a:t>
              </a:r>
            </a:p>
          </p:txBody>
        </p:sp>
        <p:sp>
          <p:nvSpPr>
            <p:cNvPr id="109" name="TextBox 108">
              <a:extLst>
                <a:ext uri="{FF2B5EF4-FFF2-40B4-BE49-F238E27FC236}">
                  <a16:creationId xmlns:a16="http://schemas.microsoft.com/office/drawing/2014/main" id="{C68DCF6C-5E3F-4A8B-9572-847E3B52AFE1}"/>
                </a:ext>
              </a:extLst>
            </p:cNvPr>
            <p:cNvSpPr txBox="1"/>
            <p:nvPr/>
          </p:nvSpPr>
          <p:spPr>
            <a:xfrm>
              <a:off x="4492972" y="5677985"/>
              <a:ext cx="432077" cy="276999"/>
            </a:xfrm>
            <a:prstGeom prst="rect">
              <a:avLst/>
            </a:prstGeom>
            <a:noFill/>
          </p:spPr>
          <p:txBody>
            <a:bodyPr wrap="square" rtlCol="0">
              <a:spAutoFit/>
            </a:bodyPr>
            <a:lstStyle/>
            <a:p>
              <a:r>
                <a:rPr lang="en-IN" sz="1200" dirty="0">
                  <a:latin typeface="Calibri" panose="020F0502020204030204" pitchFamily="34" charset="0"/>
                  <a:cs typeface="Calibri" panose="020F0502020204030204" pitchFamily="34" charset="0"/>
                </a:rPr>
                <a:t>No</a:t>
              </a:r>
            </a:p>
          </p:txBody>
        </p:sp>
      </p:grpSp>
    </p:spTree>
    <p:extLst>
      <p:ext uri="{BB962C8B-B14F-4D97-AF65-F5344CB8AC3E}">
        <p14:creationId xmlns:p14="http://schemas.microsoft.com/office/powerpoint/2010/main" val="2965167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06153E7-D788-4D64-9C46-D9A533B3959E}"/>
              </a:ext>
            </a:extLst>
          </p:cNvPr>
          <p:cNvGrpSpPr/>
          <p:nvPr/>
        </p:nvGrpSpPr>
        <p:grpSpPr>
          <a:xfrm>
            <a:off x="1296652" y="1058253"/>
            <a:ext cx="7550017" cy="5079149"/>
            <a:chOff x="353199" y="547929"/>
            <a:chExt cx="7550017" cy="5707733"/>
          </a:xfrm>
        </p:grpSpPr>
        <p:grpSp>
          <p:nvGrpSpPr>
            <p:cNvPr id="109" name="Group 108">
              <a:extLst>
                <a:ext uri="{FF2B5EF4-FFF2-40B4-BE49-F238E27FC236}">
                  <a16:creationId xmlns:a16="http://schemas.microsoft.com/office/drawing/2014/main" id="{A9AFA628-C65A-4CC1-9C54-D7A813E98188}"/>
                </a:ext>
              </a:extLst>
            </p:cNvPr>
            <p:cNvGrpSpPr/>
            <p:nvPr/>
          </p:nvGrpSpPr>
          <p:grpSpPr>
            <a:xfrm>
              <a:off x="353199" y="793345"/>
              <a:ext cx="5561375" cy="5462317"/>
              <a:chOff x="353199" y="793345"/>
              <a:chExt cx="5561375" cy="5462317"/>
            </a:xfrm>
          </p:grpSpPr>
          <p:grpSp>
            <p:nvGrpSpPr>
              <p:cNvPr id="107" name="Group 106">
                <a:extLst>
                  <a:ext uri="{FF2B5EF4-FFF2-40B4-BE49-F238E27FC236}">
                    <a16:creationId xmlns:a16="http://schemas.microsoft.com/office/drawing/2014/main" id="{44CBD44E-D51A-4D6A-83D9-6A925FC1397A}"/>
                  </a:ext>
                </a:extLst>
              </p:cNvPr>
              <p:cNvGrpSpPr/>
              <p:nvPr/>
            </p:nvGrpSpPr>
            <p:grpSpPr>
              <a:xfrm>
                <a:off x="353199" y="793345"/>
                <a:ext cx="5561375" cy="5462317"/>
                <a:chOff x="353199" y="793345"/>
                <a:chExt cx="5561375" cy="5462317"/>
              </a:xfrm>
            </p:grpSpPr>
            <p:grpSp>
              <p:nvGrpSpPr>
                <p:cNvPr id="9" name="Group 8">
                  <a:extLst>
                    <a:ext uri="{FF2B5EF4-FFF2-40B4-BE49-F238E27FC236}">
                      <a16:creationId xmlns:a16="http://schemas.microsoft.com/office/drawing/2014/main" id="{2D64DB85-92E1-48D3-A96A-33C1CE4E0571}"/>
                    </a:ext>
                  </a:extLst>
                </p:cNvPr>
                <p:cNvGrpSpPr/>
                <p:nvPr/>
              </p:nvGrpSpPr>
              <p:grpSpPr>
                <a:xfrm>
                  <a:off x="1924570" y="793345"/>
                  <a:ext cx="3870199" cy="2094637"/>
                  <a:chOff x="762000" y="327661"/>
                  <a:chExt cx="3627120" cy="1699259"/>
                </a:xfrm>
              </p:grpSpPr>
              <p:sp>
                <p:nvSpPr>
                  <p:cNvPr id="11" name="Text Box 2">
                    <a:extLst>
                      <a:ext uri="{FF2B5EF4-FFF2-40B4-BE49-F238E27FC236}">
                        <a16:creationId xmlns:a16="http://schemas.microsoft.com/office/drawing/2014/main" id="{BE04EF33-CE79-4552-8D3A-36D5771D3372}"/>
                      </a:ext>
                    </a:extLst>
                  </p:cNvPr>
                  <p:cNvSpPr txBox="1">
                    <a:spLocks noChangeArrowheads="1"/>
                  </p:cNvSpPr>
                  <p:nvPr/>
                </p:nvSpPr>
                <p:spPr bwMode="auto">
                  <a:xfrm>
                    <a:off x="784860" y="358140"/>
                    <a:ext cx="601979" cy="27794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No BRN</a:t>
                    </a:r>
                  </a:p>
                </p:txBody>
              </p:sp>
              <p:sp>
                <p:nvSpPr>
                  <p:cNvPr id="12" name="Text Box 2">
                    <a:extLst>
                      <a:ext uri="{FF2B5EF4-FFF2-40B4-BE49-F238E27FC236}">
                        <a16:creationId xmlns:a16="http://schemas.microsoft.com/office/drawing/2014/main" id="{54E0CD67-3FDC-43FF-ADA5-9E2FF3472288}"/>
                      </a:ext>
                    </a:extLst>
                  </p:cNvPr>
                  <p:cNvSpPr txBox="1">
                    <a:spLocks noChangeArrowheads="1"/>
                  </p:cNvSpPr>
                  <p:nvPr/>
                </p:nvSpPr>
                <p:spPr bwMode="auto">
                  <a:xfrm>
                    <a:off x="2788920" y="342900"/>
                    <a:ext cx="586740" cy="2514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No BRN</a:t>
                    </a:r>
                  </a:p>
                </p:txBody>
              </p:sp>
              <p:sp>
                <p:nvSpPr>
                  <p:cNvPr id="13" name="Text Box 2">
                    <a:extLst>
                      <a:ext uri="{FF2B5EF4-FFF2-40B4-BE49-F238E27FC236}">
                        <a16:creationId xmlns:a16="http://schemas.microsoft.com/office/drawing/2014/main" id="{D2F6950B-143D-46B8-A558-48A09ED67253}"/>
                      </a:ext>
                    </a:extLst>
                  </p:cNvPr>
                  <p:cNvSpPr txBox="1">
                    <a:spLocks noChangeArrowheads="1"/>
                  </p:cNvSpPr>
                  <p:nvPr/>
                </p:nvSpPr>
                <p:spPr bwMode="auto">
                  <a:xfrm>
                    <a:off x="3787139" y="327661"/>
                    <a:ext cx="586738" cy="25499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No BRN</a:t>
                    </a:r>
                  </a:p>
                </p:txBody>
              </p:sp>
              <p:sp>
                <p:nvSpPr>
                  <p:cNvPr id="14" name="Text Box 2">
                    <a:extLst>
                      <a:ext uri="{FF2B5EF4-FFF2-40B4-BE49-F238E27FC236}">
                        <a16:creationId xmlns:a16="http://schemas.microsoft.com/office/drawing/2014/main" id="{2B33D8B0-F53C-4CD6-A04E-067405F551E5}"/>
                      </a:ext>
                    </a:extLst>
                  </p:cNvPr>
                  <p:cNvSpPr txBox="1">
                    <a:spLocks noChangeArrowheads="1"/>
                  </p:cNvSpPr>
                  <p:nvPr/>
                </p:nvSpPr>
                <p:spPr bwMode="auto">
                  <a:xfrm>
                    <a:off x="1783080" y="342901"/>
                    <a:ext cx="601979" cy="2438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No BRN</a:t>
                    </a:r>
                  </a:p>
                </p:txBody>
              </p:sp>
              <p:grpSp>
                <p:nvGrpSpPr>
                  <p:cNvPr id="15" name="Group 14">
                    <a:extLst>
                      <a:ext uri="{FF2B5EF4-FFF2-40B4-BE49-F238E27FC236}">
                        <a16:creationId xmlns:a16="http://schemas.microsoft.com/office/drawing/2014/main" id="{20D86B75-75CA-4154-A301-18AEE62B62C5}"/>
                      </a:ext>
                    </a:extLst>
                  </p:cNvPr>
                  <p:cNvGrpSpPr/>
                  <p:nvPr/>
                </p:nvGrpSpPr>
                <p:grpSpPr>
                  <a:xfrm>
                    <a:off x="762000" y="594360"/>
                    <a:ext cx="3627120" cy="1432560"/>
                    <a:chOff x="762000" y="594360"/>
                    <a:chExt cx="3627120" cy="1432560"/>
                  </a:xfrm>
                </p:grpSpPr>
                <p:grpSp>
                  <p:nvGrpSpPr>
                    <p:cNvPr id="16" name="Group 15">
                      <a:extLst>
                        <a:ext uri="{FF2B5EF4-FFF2-40B4-BE49-F238E27FC236}">
                          <a16:creationId xmlns:a16="http://schemas.microsoft.com/office/drawing/2014/main" id="{0E7BBA43-9047-4099-A4A8-FE902CBF0F2D}"/>
                        </a:ext>
                      </a:extLst>
                    </p:cNvPr>
                    <p:cNvGrpSpPr/>
                    <p:nvPr/>
                  </p:nvGrpSpPr>
                  <p:grpSpPr>
                    <a:xfrm>
                      <a:off x="762000" y="746760"/>
                      <a:ext cx="3627120" cy="1280160"/>
                      <a:chOff x="0" y="91440"/>
                      <a:chExt cx="3627120" cy="1280160"/>
                    </a:xfrm>
                  </p:grpSpPr>
                  <p:grpSp>
                    <p:nvGrpSpPr>
                      <p:cNvPr id="26" name="Group 25">
                        <a:extLst>
                          <a:ext uri="{FF2B5EF4-FFF2-40B4-BE49-F238E27FC236}">
                            <a16:creationId xmlns:a16="http://schemas.microsoft.com/office/drawing/2014/main" id="{05BA0BAD-B628-4351-8F0A-24641B23983B}"/>
                          </a:ext>
                        </a:extLst>
                      </p:cNvPr>
                      <p:cNvGrpSpPr/>
                      <p:nvPr/>
                    </p:nvGrpSpPr>
                    <p:grpSpPr>
                      <a:xfrm>
                        <a:off x="7620" y="91440"/>
                        <a:ext cx="617220" cy="929640"/>
                        <a:chOff x="0" y="0"/>
                        <a:chExt cx="617220" cy="929640"/>
                      </a:xfrm>
                    </p:grpSpPr>
                    <p:sp>
                      <p:nvSpPr>
                        <p:cNvPr id="47" name="Rectangle 46">
                          <a:extLst>
                            <a:ext uri="{FF2B5EF4-FFF2-40B4-BE49-F238E27FC236}">
                              <a16:creationId xmlns:a16="http://schemas.microsoft.com/office/drawing/2014/main" id="{85788EDB-DB5D-416A-8CD6-931D065FA6F2}"/>
                            </a:ext>
                          </a:extLst>
                        </p:cNvPr>
                        <p:cNvSpPr/>
                        <p:nvPr/>
                      </p:nvSpPr>
                      <p:spPr>
                        <a:xfrm>
                          <a:off x="0" y="0"/>
                          <a:ext cx="617220" cy="17526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IN" sz="500" dirty="0">
                              <a:effectLst/>
                              <a:ea typeface="Calibri" panose="020F0502020204030204" pitchFamily="34" charset="0"/>
                              <a:cs typeface="Mangal" panose="02040503050203030202" pitchFamily="18" charset="0"/>
                            </a:rPr>
                            <a:t> </a:t>
                          </a:r>
                          <a:endParaRPr lang="en-IN" sz="1100" dirty="0">
                            <a:effectLst/>
                            <a:ea typeface="Calibri" panose="020F0502020204030204" pitchFamily="34" charset="0"/>
                            <a:cs typeface="Mangal" panose="02040503050203030202" pitchFamily="18" charset="0"/>
                          </a:endParaRPr>
                        </a:p>
                      </p:txBody>
                    </p:sp>
                    <p:sp>
                      <p:nvSpPr>
                        <p:cNvPr id="48" name="Rectangle 47">
                          <a:extLst>
                            <a:ext uri="{FF2B5EF4-FFF2-40B4-BE49-F238E27FC236}">
                              <a16:creationId xmlns:a16="http://schemas.microsoft.com/office/drawing/2014/main" id="{4786D995-76E0-4B8C-B98C-E409AAEC6363}"/>
                            </a:ext>
                          </a:extLst>
                        </p:cNvPr>
                        <p:cNvSpPr/>
                        <p:nvPr/>
                      </p:nvSpPr>
                      <p:spPr>
                        <a:xfrm>
                          <a:off x="0" y="182880"/>
                          <a:ext cx="617220" cy="281940"/>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49" name="Rectangle 48">
                          <a:extLst>
                            <a:ext uri="{FF2B5EF4-FFF2-40B4-BE49-F238E27FC236}">
                              <a16:creationId xmlns:a16="http://schemas.microsoft.com/office/drawing/2014/main" id="{C2AAC5D6-C122-4FB5-83BE-A6E5E3C339AE}"/>
                            </a:ext>
                          </a:extLst>
                        </p:cNvPr>
                        <p:cNvSpPr/>
                        <p:nvPr/>
                      </p:nvSpPr>
                      <p:spPr>
                        <a:xfrm>
                          <a:off x="0" y="47244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50" name="Rectangle 49">
                          <a:extLst>
                            <a:ext uri="{FF2B5EF4-FFF2-40B4-BE49-F238E27FC236}">
                              <a16:creationId xmlns:a16="http://schemas.microsoft.com/office/drawing/2014/main" id="{08F04A1C-B439-4997-AC2B-EEFAB720E7FD}"/>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7" name="Group 26">
                        <a:extLst>
                          <a:ext uri="{FF2B5EF4-FFF2-40B4-BE49-F238E27FC236}">
                            <a16:creationId xmlns:a16="http://schemas.microsoft.com/office/drawing/2014/main" id="{BED681E7-2B58-4B0E-BD0E-8970B2FFD32A}"/>
                          </a:ext>
                        </a:extLst>
                      </p:cNvPr>
                      <p:cNvGrpSpPr/>
                      <p:nvPr/>
                    </p:nvGrpSpPr>
                    <p:grpSpPr>
                      <a:xfrm>
                        <a:off x="1005840" y="91440"/>
                        <a:ext cx="617220" cy="929640"/>
                        <a:chOff x="0" y="0"/>
                        <a:chExt cx="617220" cy="929640"/>
                      </a:xfrm>
                    </p:grpSpPr>
                    <p:sp>
                      <p:nvSpPr>
                        <p:cNvPr id="43" name="Rectangle 42">
                          <a:extLst>
                            <a:ext uri="{FF2B5EF4-FFF2-40B4-BE49-F238E27FC236}">
                              <a16:creationId xmlns:a16="http://schemas.microsoft.com/office/drawing/2014/main" id="{EF0A9DC4-3DED-4519-A7D9-E3EAE26C22A6}"/>
                            </a:ext>
                          </a:extLst>
                        </p:cNvPr>
                        <p:cNvSpPr/>
                        <p:nvPr/>
                      </p:nvSpPr>
                      <p:spPr>
                        <a:xfrm>
                          <a:off x="0" y="0"/>
                          <a:ext cx="617220" cy="17526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4" name="Rectangle 43">
                          <a:extLst>
                            <a:ext uri="{FF2B5EF4-FFF2-40B4-BE49-F238E27FC236}">
                              <a16:creationId xmlns:a16="http://schemas.microsoft.com/office/drawing/2014/main" id="{952C1DDA-1063-45DB-B5C3-F3CF0C741D23}"/>
                            </a:ext>
                          </a:extLst>
                        </p:cNvPr>
                        <p:cNvSpPr/>
                        <p:nvPr/>
                      </p:nvSpPr>
                      <p:spPr>
                        <a:xfrm>
                          <a:off x="0" y="18288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5" name="Rectangle 44">
                          <a:extLst>
                            <a:ext uri="{FF2B5EF4-FFF2-40B4-BE49-F238E27FC236}">
                              <a16:creationId xmlns:a16="http://schemas.microsoft.com/office/drawing/2014/main" id="{6115941D-6D11-48F3-9863-5671B4C023D4}"/>
                            </a:ext>
                          </a:extLst>
                        </p:cNvPr>
                        <p:cNvSpPr/>
                        <p:nvPr/>
                      </p:nvSpPr>
                      <p:spPr>
                        <a:xfrm>
                          <a:off x="0" y="47244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6" name="Rectangle 45">
                          <a:extLst>
                            <a:ext uri="{FF2B5EF4-FFF2-40B4-BE49-F238E27FC236}">
                              <a16:creationId xmlns:a16="http://schemas.microsoft.com/office/drawing/2014/main" id="{10F8E0C7-9AB5-4763-8478-D069FE6598A9}"/>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8" name="Group 27">
                        <a:extLst>
                          <a:ext uri="{FF2B5EF4-FFF2-40B4-BE49-F238E27FC236}">
                            <a16:creationId xmlns:a16="http://schemas.microsoft.com/office/drawing/2014/main" id="{952FA45B-9F91-49BD-AB61-8550E6E9733F}"/>
                          </a:ext>
                        </a:extLst>
                      </p:cNvPr>
                      <p:cNvGrpSpPr/>
                      <p:nvPr/>
                    </p:nvGrpSpPr>
                    <p:grpSpPr>
                      <a:xfrm>
                        <a:off x="2004060" y="91440"/>
                        <a:ext cx="617220" cy="929640"/>
                        <a:chOff x="0" y="0"/>
                        <a:chExt cx="617220" cy="929640"/>
                      </a:xfrm>
                    </p:grpSpPr>
                    <p:sp>
                      <p:nvSpPr>
                        <p:cNvPr id="39" name="Rectangle 38">
                          <a:extLst>
                            <a:ext uri="{FF2B5EF4-FFF2-40B4-BE49-F238E27FC236}">
                              <a16:creationId xmlns:a16="http://schemas.microsoft.com/office/drawing/2014/main" id="{F2CD79E6-8761-4464-BB80-D0C9C4240D85}"/>
                            </a:ext>
                          </a:extLst>
                        </p:cNvPr>
                        <p:cNvSpPr/>
                        <p:nvPr/>
                      </p:nvSpPr>
                      <p:spPr>
                        <a:xfrm>
                          <a:off x="0" y="0"/>
                          <a:ext cx="617220" cy="17526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0" name="Rectangle 39">
                          <a:extLst>
                            <a:ext uri="{FF2B5EF4-FFF2-40B4-BE49-F238E27FC236}">
                              <a16:creationId xmlns:a16="http://schemas.microsoft.com/office/drawing/2014/main" id="{700C3913-9AAC-4E5C-928B-95EBCAE72BC0}"/>
                            </a:ext>
                          </a:extLst>
                        </p:cNvPr>
                        <p:cNvSpPr/>
                        <p:nvPr/>
                      </p:nvSpPr>
                      <p:spPr>
                        <a:xfrm>
                          <a:off x="0" y="18288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1" name="Rectangle 40">
                          <a:extLst>
                            <a:ext uri="{FF2B5EF4-FFF2-40B4-BE49-F238E27FC236}">
                              <a16:creationId xmlns:a16="http://schemas.microsoft.com/office/drawing/2014/main" id="{DB1EF809-52DC-4F4B-9B57-DDA62D74236C}"/>
                            </a:ext>
                          </a:extLst>
                        </p:cNvPr>
                        <p:cNvSpPr/>
                        <p:nvPr/>
                      </p:nvSpPr>
                      <p:spPr>
                        <a:xfrm>
                          <a:off x="0" y="47244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2" name="Rectangle 41">
                          <a:extLst>
                            <a:ext uri="{FF2B5EF4-FFF2-40B4-BE49-F238E27FC236}">
                              <a16:creationId xmlns:a16="http://schemas.microsoft.com/office/drawing/2014/main" id="{6D6E5C9D-0298-4D41-8020-52095EFFBBED}"/>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9" name="Group 28">
                        <a:extLst>
                          <a:ext uri="{FF2B5EF4-FFF2-40B4-BE49-F238E27FC236}">
                            <a16:creationId xmlns:a16="http://schemas.microsoft.com/office/drawing/2014/main" id="{881DE8F0-AEAD-4ABB-AFD6-661F10D965EA}"/>
                          </a:ext>
                        </a:extLst>
                      </p:cNvPr>
                      <p:cNvGrpSpPr/>
                      <p:nvPr/>
                    </p:nvGrpSpPr>
                    <p:grpSpPr>
                      <a:xfrm>
                        <a:off x="3009900" y="91440"/>
                        <a:ext cx="617220" cy="929640"/>
                        <a:chOff x="0" y="0"/>
                        <a:chExt cx="617220" cy="929640"/>
                      </a:xfrm>
                    </p:grpSpPr>
                    <p:sp>
                      <p:nvSpPr>
                        <p:cNvPr id="35" name="Rectangle 34">
                          <a:extLst>
                            <a:ext uri="{FF2B5EF4-FFF2-40B4-BE49-F238E27FC236}">
                              <a16:creationId xmlns:a16="http://schemas.microsoft.com/office/drawing/2014/main" id="{FED52228-8CF2-4B71-811F-05CB9B1B2ED6}"/>
                            </a:ext>
                          </a:extLst>
                        </p:cNvPr>
                        <p:cNvSpPr/>
                        <p:nvPr/>
                      </p:nvSpPr>
                      <p:spPr>
                        <a:xfrm>
                          <a:off x="0" y="0"/>
                          <a:ext cx="617220" cy="17526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6" name="Rectangle 35">
                          <a:extLst>
                            <a:ext uri="{FF2B5EF4-FFF2-40B4-BE49-F238E27FC236}">
                              <a16:creationId xmlns:a16="http://schemas.microsoft.com/office/drawing/2014/main" id="{B3A315B7-3111-44F9-ADC7-0B37728AD773}"/>
                            </a:ext>
                          </a:extLst>
                        </p:cNvPr>
                        <p:cNvSpPr/>
                        <p:nvPr/>
                      </p:nvSpPr>
                      <p:spPr>
                        <a:xfrm>
                          <a:off x="0" y="18288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7" name="Rectangle 36">
                          <a:extLst>
                            <a:ext uri="{FF2B5EF4-FFF2-40B4-BE49-F238E27FC236}">
                              <a16:creationId xmlns:a16="http://schemas.microsoft.com/office/drawing/2014/main" id="{B5A4C13E-9B36-499D-B65D-E2220929BD56}"/>
                            </a:ext>
                          </a:extLst>
                        </p:cNvPr>
                        <p:cNvSpPr/>
                        <p:nvPr/>
                      </p:nvSpPr>
                      <p:spPr>
                        <a:xfrm>
                          <a:off x="0" y="472440"/>
                          <a:ext cx="617220" cy="281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8" name="Rectangle 37">
                          <a:extLst>
                            <a:ext uri="{FF2B5EF4-FFF2-40B4-BE49-F238E27FC236}">
                              <a16:creationId xmlns:a16="http://schemas.microsoft.com/office/drawing/2014/main" id="{7C9A0BB8-A64F-4DA3-A0EA-905AC72EE797}"/>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sp>
                    <p:nvSpPr>
                      <p:cNvPr id="30" name="Text Box 2">
                        <a:extLst>
                          <a:ext uri="{FF2B5EF4-FFF2-40B4-BE49-F238E27FC236}">
                            <a16:creationId xmlns:a16="http://schemas.microsoft.com/office/drawing/2014/main" id="{04A69400-5639-4EA1-9228-BB6629495BD4}"/>
                          </a:ext>
                        </a:extLst>
                      </p:cNvPr>
                      <p:cNvSpPr txBox="1">
                        <a:spLocks noChangeArrowheads="1"/>
                      </p:cNvSpPr>
                      <p:nvPr/>
                    </p:nvSpPr>
                    <p:spPr bwMode="auto">
                      <a:xfrm>
                        <a:off x="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Block 1</a:t>
                        </a:r>
                      </a:p>
                    </p:txBody>
                  </p:sp>
                  <p:sp>
                    <p:nvSpPr>
                      <p:cNvPr id="31" name="Text Box 2">
                        <a:extLst>
                          <a:ext uri="{FF2B5EF4-FFF2-40B4-BE49-F238E27FC236}">
                            <a16:creationId xmlns:a16="http://schemas.microsoft.com/office/drawing/2014/main" id="{F802406D-29B2-4B56-9F4D-F5B382D2AAD0}"/>
                          </a:ext>
                        </a:extLst>
                      </p:cNvPr>
                      <p:cNvSpPr txBox="1">
                        <a:spLocks noChangeArrowheads="1"/>
                      </p:cNvSpPr>
                      <p:nvPr/>
                    </p:nvSpPr>
                    <p:spPr bwMode="auto">
                      <a:xfrm>
                        <a:off x="99822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2</a:t>
                        </a:r>
                      </a:p>
                    </p:txBody>
                  </p:sp>
                  <p:sp>
                    <p:nvSpPr>
                      <p:cNvPr id="32" name="Text Box 2">
                        <a:extLst>
                          <a:ext uri="{FF2B5EF4-FFF2-40B4-BE49-F238E27FC236}">
                            <a16:creationId xmlns:a16="http://schemas.microsoft.com/office/drawing/2014/main" id="{00181740-EA10-453E-8BD8-A04961DC2E13}"/>
                          </a:ext>
                        </a:extLst>
                      </p:cNvPr>
                      <p:cNvSpPr txBox="1">
                        <a:spLocks noChangeArrowheads="1"/>
                      </p:cNvSpPr>
                      <p:nvPr/>
                    </p:nvSpPr>
                    <p:spPr bwMode="auto">
                      <a:xfrm>
                        <a:off x="198882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3</a:t>
                        </a:r>
                      </a:p>
                    </p:txBody>
                  </p:sp>
                  <p:sp>
                    <p:nvSpPr>
                      <p:cNvPr id="33" name="Text Box 2">
                        <a:extLst>
                          <a:ext uri="{FF2B5EF4-FFF2-40B4-BE49-F238E27FC236}">
                            <a16:creationId xmlns:a16="http://schemas.microsoft.com/office/drawing/2014/main" id="{A4999FB9-8F44-4FF7-94BB-AE5E74F02CDE}"/>
                          </a:ext>
                        </a:extLst>
                      </p:cNvPr>
                      <p:cNvSpPr txBox="1">
                        <a:spLocks noChangeArrowheads="1"/>
                      </p:cNvSpPr>
                      <p:nvPr/>
                    </p:nvSpPr>
                    <p:spPr bwMode="auto">
                      <a:xfrm>
                        <a:off x="298704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4</a:t>
                        </a:r>
                      </a:p>
                    </p:txBody>
                  </p:sp>
                </p:grpSp>
                <p:cxnSp>
                  <p:nvCxnSpPr>
                    <p:cNvPr id="18" name="Straight Arrow Connector 17">
                      <a:extLst>
                        <a:ext uri="{FF2B5EF4-FFF2-40B4-BE49-F238E27FC236}">
                          <a16:creationId xmlns:a16="http://schemas.microsoft.com/office/drawing/2014/main" id="{DA5A9497-0C34-488E-B745-AC9EAABD47CC}"/>
                        </a:ext>
                      </a:extLst>
                    </p:cNvPr>
                    <p:cNvCxnSpPr/>
                    <p:nvPr/>
                  </p:nvCxnSpPr>
                  <p:spPr>
                    <a:xfrm>
                      <a:off x="305562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A56BE7FA-AF3B-4ACC-974E-DC0F1646D698}"/>
                        </a:ext>
                      </a:extLst>
                    </p:cNvPr>
                    <p:cNvCxnSpPr/>
                    <p:nvPr/>
                  </p:nvCxnSpPr>
                  <p:spPr>
                    <a:xfrm>
                      <a:off x="4069080" y="594360"/>
                      <a:ext cx="0" cy="152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BE49734F-34C3-4066-B3C2-F4D91F871864}"/>
                        </a:ext>
                      </a:extLst>
                    </p:cNvPr>
                    <p:cNvCxnSpPr/>
                    <p:nvPr/>
                  </p:nvCxnSpPr>
                  <p:spPr>
                    <a:xfrm>
                      <a:off x="1059180" y="617220"/>
                      <a:ext cx="0" cy="137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8D245826-B277-49CA-8613-83DFDC3A4137}"/>
                        </a:ext>
                      </a:extLst>
                    </p:cNvPr>
                    <p:cNvCxnSpPr/>
                    <p:nvPr/>
                  </p:nvCxnSpPr>
                  <p:spPr>
                    <a:xfrm>
                      <a:off x="205740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grpSp>
              <p:nvGrpSpPr>
                <p:cNvPr id="105" name="Group 104">
                  <a:extLst>
                    <a:ext uri="{FF2B5EF4-FFF2-40B4-BE49-F238E27FC236}">
                      <a16:creationId xmlns:a16="http://schemas.microsoft.com/office/drawing/2014/main" id="{C1FB6CB7-C427-48C5-9743-E15AA95A7E79}"/>
                    </a:ext>
                  </a:extLst>
                </p:cNvPr>
                <p:cNvGrpSpPr/>
                <p:nvPr/>
              </p:nvGrpSpPr>
              <p:grpSpPr>
                <a:xfrm>
                  <a:off x="353199" y="3710161"/>
                  <a:ext cx="5561375" cy="2545501"/>
                  <a:chOff x="221195" y="3565851"/>
                  <a:chExt cx="5561375" cy="2545501"/>
                </a:xfrm>
              </p:grpSpPr>
              <p:grpSp>
                <p:nvGrpSpPr>
                  <p:cNvPr id="55" name="Group 54">
                    <a:extLst>
                      <a:ext uri="{FF2B5EF4-FFF2-40B4-BE49-F238E27FC236}">
                        <a16:creationId xmlns:a16="http://schemas.microsoft.com/office/drawing/2014/main" id="{CB7E3B0C-EC22-4618-ACA8-996EF8134E2C}"/>
                      </a:ext>
                    </a:extLst>
                  </p:cNvPr>
                  <p:cNvGrpSpPr/>
                  <p:nvPr/>
                </p:nvGrpSpPr>
                <p:grpSpPr>
                  <a:xfrm>
                    <a:off x="221195" y="3565851"/>
                    <a:ext cx="5561375" cy="2545501"/>
                    <a:chOff x="-811530" y="-38100"/>
                    <a:chExt cx="5212077" cy="2065020"/>
                  </a:xfrm>
                </p:grpSpPr>
                <p:sp>
                  <p:nvSpPr>
                    <p:cNvPr id="59" name="Text Box 2">
                      <a:extLst>
                        <a:ext uri="{FF2B5EF4-FFF2-40B4-BE49-F238E27FC236}">
                          <a16:creationId xmlns:a16="http://schemas.microsoft.com/office/drawing/2014/main" id="{7D686618-2BA9-45EB-99F2-E79DC7B3C694}"/>
                        </a:ext>
                      </a:extLst>
                    </p:cNvPr>
                    <p:cNvSpPr txBox="1">
                      <a:spLocks noChangeArrowheads="1"/>
                    </p:cNvSpPr>
                    <p:nvPr/>
                  </p:nvSpPr>
                  <p:spPr bwMode="auto">
                    <a:xfrm>
                      <a:off x="784860" y="35814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0</a:t>
                      </a:r>
                    </a:p>
                  </p:txBody>
                </p:sp>
                <p:sp>
                  <p:nvSpPr>
                    <p:cNvPr id="60" name="Text Box 2">
                      <a:extLst>
                        <a:ext uri="{FF2B5EF4-FFF2-40B4-BE49-F238E27FC236}">
                          <a16:creationId xmlns:a16="http://schemas.microsoft.com/office/drawing/2014/main" id="{84FE7808-DFEE-40CC-9808-AF866CD564FA}"/>
                        </a:ext>
                      </a:extLst>
                    </p:cNvPr>
                    <p:cNvSpPr txBox="1">
                      <a:spLocks noChangeArrowheads="1"/>
                    </p:cNvSpPr>
                    <p:nvPr/>
                  </p:nvSpPr>
                  <p:spPr bwMode="auto">
                    <a:xfrm>
                      <a:off x="2788919" y="342900"/>
                      <a:ext cx="586739" cy="274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No BRN</a:t>
                      </a:r>
                    </a:p>
                  </p:txBody>
                </p:sp>
                <p:sp>
                  <p:nvSpPr>
                    <p:cNvPr id="61" name="Text Box 2">
                      <a:extLst>
                        <a:ext uri="{FF2B5EF4-FFF2-40B4-BE49-F238E27FC236}">
                          <a16:creationId xmlns:a16="http://schemas.microsoft.com/office/drawing/2014/main" id="{7D1B9518-F60C-4787-83D6-508A5ADFB3A8}"/>
                        </a:ext>
                      </a:extLst>
                    </p:cNvPr>
                    <p:cNvSpPr txBox="1">
                      <a:spLocks noChangeArrowheads="1"/>
                    </p:cNvSpPr>
                    <p:nvPr/>
                  </p:nvSpPr>
                  <p:spPr bwMode="auto">
                    <a:xfrm>
                      <a:off x="3787139" y="327660"/>
                      <a:ext cx="613408" cy="24383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No BRN</a:t>
                      </a:r>
                    </a:p>
                  </p:txBody>
                </p:sp>
                <p:sp>
                  <p:nvSpPr>
                    <p:cNvPr id="62" name="Text Box 2">
                      <a:extLst>
                        <a:ext uri="{FF2B5EF4-FFF2-40B4-BE49-F238E27FC236}">
                          <a16:creationId xmlns:a16="http://schemas.microsoft.com/office/drawing/2014/main" id="{2F6EF9CE-DC6E-4F90-8A13-3972C828CBAA}"/>
                        </a:ext>
                      </a:extLst>
                    </p:cNvPr>
                    <p:cNvSpPr txBox="1">
                      <a:spLocks noChangeArrowheads="1"/>
                    </p:cNvSpPr>
                    <p:nvPr/>
                  </p:nvSpPr>
                  <p:spPr bwMode="auto">
                    <a:xfrm>
                      <a:off x="1783079" y="342901"/>
                      <a:ext cx="601980" cy="27432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dirty="0">
                          <a:latin typeface="Calibri" panose="020F0502020204030204" pitchFamily="34" charset="0"/>
                          <a:ea typeface="Calibri" panose="020F0502020204030204" pitchFamily="34" charset="0"/>
                          <a:cs typeface="Mangal" panose="02040503050203030202" pitchFamily="18" charset="0"/>
                        </a:rPr>
                        <a:t>No BRN</a:t>
                      </a:r>
                      <a:endParaRPr lang="en-IN" sz="1100" dirty="0">
                        <a:effectLst/>
                        <a:latin typeface="Calibri" panose="020F0502020204030204" pitchFamily="34" charset="0"/>
                        <a:ea typeface="Calibri" panose="020F0502020204030204" pitchFamily="34" charset="0"/>
                        <a:cs typeface="Mangal" panose="02040503050203030202" pitchFamily="18" charset="0"/>
                      </a:endParaRPr>
                    </a:p>
                  </p:txBody>
                </p:sp>
                <p:grpSp>
                  <p:nvGrpSpPr>
                    <p:cNvPr id="63" name="Group 62">
                      <a:extLst>
                        <a:ext uri="{FF2B5EF4-FFF2-40B4-BE49-F238E27FC236}">
                          <a16:creationId xmlns:a16="http://schemas.microsoft.com/office/drawing/2014/main" id="{140D0B77-6878-4307-9CC7-17DC1A02F8B1}"/>
                        </a:ext>
                      </a:extLst>
                    </p:cNvPr>
                    <p:cNvGrpSpPr/>
                    <p:nvPr/>
                  </p:nvGrpSpPr>
                  <p:grpSpPr>
                    <a:xfrm>
                      <a:off x="-811530" y="-38100"/>
                      <a:ext cx="5200650" cy="2065020"/>
                      <a:chOff x="-811530" y="-38100"/>
                      <a:chExt cx="5200650" cy="2065020"/>
                    </a:xfrm>
                  </p:grpSpPr>
                  <p:grpSp>
                    <p:nvGrpSpPr>
                      <p:cNvPr id="64" name="Group 63">
                        <a:extLst>
                          <a:ext uri="{FF2B5EF4-FFF2-40B4-BE49-F238E27FC236}">
                            <a16:creationId xmlns:a16="http://schemas.microsoft.com/office/drawing/2014/main" id="{0F69729E-98CB-42F1-A19A-6C06E12AA666}"/>
                          </a:ext>
                        </a:extLst>
                      </p:cNvPr>
                      <p:cNvGrpSpPr/>
                      <p:nvPr/>
                    </p:nvGrpSpPr>
                    <p:grpSpPr>
                      <a:xfrm>
                        <a:off x="128988" y="-38100"/>
                        <a:ext cx="4260132" cy="2065020"/>
                        <a:chOff x="-633012" y="-693420"/>
                        <a:chExt cx="4260132" cy="2065020"/>
                      </a:xfrm>
                    </p:grpSpPr>
                    <p:grpSp>
                      <p:nvGrpSpPr>
                        <p:cNvPr id="74" name="Group 73">
                          <a:extLst>
                            <a:ext uri="{FF2B5EF4-FFF2-40B4-BE49-F238E27FC236}">
                              <a16:creationId xmlns:a16="http://schemas.microsoft.com/office/drawing/2014/main" id="{A8B55C15-02B2-4C4C-96FF-E78C6E69FAC7}"/>
                            </a:ext>
                          </a:extLst>
                        </p:cNvPr>
                        <p:cNvGrpSpPr/>
                        <p:nvPr/>
                      </p:nvGrpSpPr>
                      <p:grpSpPr>
                        <a:xfrm>
                          <a:off x="7620" y="91440"/>
                          <a:ext cx="617220" cy="929640"/>
                          <a:chOff x="0" y="0"/>
                          <a:chExt cx="617220" cy="929640"/>
                        </a:xfrm>
                      </p:grpSpPr>
                      <p:sp>
                        <p:nvSpPr>
                          <p:cNvPr id="95" name="Rectangle 94">
                            <a:extLst>
                              <a:ext uri="{FF2B5EF4-FFF2-40B4-BE49-F238E27FC236}">
                                <a16:creationId xmlns:a16="http://schemas.microsoft.com/office/drawing/2014/main" id="{176568B5-5F9C-46A0-A42F-F0F930990D06}"/>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IN" sz="500" dirty="0">
                                <a:effectLst/>
                                <a:ea typeface="Calibri" panose="020F0502020204030204" pitchFamily="34" charset="0"/>
                                <a:cs typeface="Mangal" panose="02040503050203030202" pitchFamily="18" charset="0"/>
                              </a:rPr>
                              <a:t> </a:t>
                            </a:r>
                            <a:endParaRPr lang="en-IN" sz="1100" dirty="0">
                              <a:effectLst/>
                              <a:ea typeface="Calibri" panose="020F0502020204030204" pitchFamily="34" charset="0"/>
                              <a:cs typeface="Mangal" panose="02040503050203030202" pitchFamily="18" charset="0"/>
                            </a:endParaRPr>
                          </a:p>
                        </p:txBody>
                      </p:sp>
                      <p:sp>
                        <p:nvSpPr>
                          <p:cNvPr id="96" name="Rectangle 95">
                            <a:extLst>
                              <a:ext uri="{FF2B5EF4-FFF2-40B4-BE49-F238E27FC236}">
                                <a16:creationId xmlns:a16="http://schemas.microsoft.com/office/drawing/2014/main" id="{AAD1F787-28C5-4540-A05F-7FA94E849380}"/>
                              </a:ext>
                            </a:extLst>
                          </p:cNvPr>
                          <p:cNvSpPr/>
                          <p:nvPr/>
                        </p:nvSpPr>
                        <p:spPr>
                          <a:xfrm>
                            <a:off x="0" y="182880"/>
                            <a:ext cx="617220" cy="281940"/>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97" name="Rectangle 96">
                            <a:extLst>
                              <a:ext uri="{FF2B5EF4-FFF2-40B4-BE49-F238E27FC236}">
                                <a16:creationId xmlns:a16="http://schemas.microsoft.com/office/drawing/2014/main" id="{DF0B7027-F98C-48E0-B769-350F096CC728}"/>
                              </a:ext>
                            </a:extLst>
                          </p:cNvPr>
                          <p:cNvSpPr/>
                          <p:nvPr/>
                        </p:nvSpPr>
                        <p:spPr>
                          <a:xfrm>
                            <a:off x="0" y="47244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98" name="Rectangle 97">
                            <a:extLst>
                              <a:ext uri="{FF2B5EF4-FFF2-40B4-BE49-F238E27FC236}">
                                <a16:creationId xmlns:a16="http://schemas.microsoft.com/office/drawing/2014/main" id="{349F4866-6BF3-4F89-846F-1790D22166DC}"/>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75" name="Group 74">
                          <a:extLst>
                            <a:ext uri="{FF2B5EF4-FFF2-40B4-BE49-F238E27FC236}">
                              <a16:creationId xmlns:a16="http://schemas.microsoft.com/office/drawing/2014/main" id="{C7193AC2-CF68-4FC6-A21C-9883FD3255AC}"/>
                            </a:ext>
                          </a:extLst>
                        </p:cNvPr>
                        <p:cNvGrpSpPr/>
                        <p:nvPr/>
                      </p:nvGrpSpPr>
                      <p:grpSpPr>
                        <a:xfrm>
                          <a:off x="1005840" y="91440"/>
                          <a:ext cx="617220" cy="929640"/>
                          <a:chOff x="0" y="0"/>
                          <a:chExt cx="617220" cy="929640"/>
                        </a:xfrm>
                      </p:grpSpPr>
                      <p:sp>
                        <p:nvSpPr>
                          <p:cNvPr id="91" name="Rectangle 90">
                            <a:extLst>
                              <a:ext uri="{FF2B5EF4-FFF2-40B4-BE49-F238E27FC236}">
                                <a16:creationId xmlns:a16="http://schemas.microsoft.com/office/drawing/2014/main" id="{E6D2B761-6AEB-403C-830D-2E20C1618FC1}"/>
                              </a:ext>
                            </a:extLst>
                          </p:cNvPr>
                          <p:cNvSpPr/>
                          <p:nvPr/>
                        </p:nvSpPr>
                        <p:spPr>
                          <a:xfrm>
                            <a:off x="0" y="0"/>
                            <a:ext cx="617220" cy="17526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2" name="Rectangle 91">
                            <a:extLst>
                              <a:ext uri="{FF2B5EF4-FFF2-40B4-BE49-F238E27FC236}">
                                <a16:creationId xmlns:a16="http://schemas.microsoft.com/office/drawing/2014/main" id="{D53DFFC4-9A5C-4BB2-8471-84EFE16EE0A3}"/>
                              </a:ext>
                            </a:extLst>
                          </p:cNvPr>
                          <p:cNvSpPr/>
                          <p:nvPr/>
                        </p:nvSpPr>
                        <p:spPr>
                          <a:xfrm>
                            <a:off x="0" y="18288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3" name="Rectangle 92">
                            <a:extLst>
                              <a:ext uri="{FF2B5EF4-FFF2-40B4-BE49-F238E27FC236}">
                                <a16:creationId xmlns:a16="http://schemas.microsoft.com/office/drawing/2014/main" id="{9A708456-05BE-49C9-AB44-DD5B5D5E20F6}"/>
                              </a:ext>
                            </a:extLst>
                          </p:cNvPr>
                          <p:cNvSpPr/>
                          <p:nvPr/>
                        </p:nvSpPr>
                        <p:spPr>
                          <a:xfrm>
                            <a:off x="0" y="47244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4" name="Rectangle 93">
                            <a:extLst>
                              <a:ext uri="{FF2B5EF4-FFF2-40B4-BE49-F238E27FC236}">
                                <a16:creationId xmlns:a16="http://schemas.microsoft.com/office/drawing/2014/main" id="{080D1BE5-84C2-42F2-BCD0-4E872A40BEC7}"/>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76" name="Group 75">
                          <a:extLst>
                            <a:ext uri="{FF2B5EF4-FFF2-40B4-BE49-F238E27FC236}">
                              <a16:creationId xmlns:a16="http://schemas.microsoft.com/office/drawing/2014/main" id="{7ECBB33D-BFF8-4101-A687-898F266D4003}"/>
                            </a:ext>
                          </a:extLst>
                        </p:cNvPr>
                        <p:cNvGrpSpPr/>
                        <p:nvPr/>
                      </p:nvGrpSpPr>
                      <p:grpSpPr>
                        <a:xfrm>
                          <a:off x="2004060" y="91440"/>
                          <a:ext cx="617220" cy="929640"/>
                          <a:chOff x="0" y="0"/>
                          <a:chExt cx="617220" cy="929640"/>
                        </a:xfrm>
                      </p:grpSpPr>
                      <p:sp>
                        <p:nvSpPr>
                          <p:cNvPr id="87" name="Rectangle 86">
                            <a:extLst>
                              <a:ext uri="{FF2B5EF4-FFF2-40B4-BE49-F238E27FC236}">
                                <a16:creationId xmlns:a16="http://schemas.microsoft.com/office/drawing/2014/main" id="{E208CFF5-EA85-4D1B-84C6-DA88F0C9B538}"/>
                              </a:ext>
                            </a:extLst>
                          </p:cNvPr>
                          <p:cNvSpPr/>
                          <p:nvPr/>
                        </p:nvSpPr>
                        <p:spPr>
                          <a:xfrm>
                            <a:off x="0" y="0"/>
                            <a:ext cx="617220" cy="17526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8" name="Rectangle 87">
                            <a:extLst>
                              <a:ext uri="{FF2B5EF4-FFF2-40B4-BE49-F238E27FC236}">
                                <a16:creationId xmlns:a16="http://schemas.microsoft.com/office/drawing/2014/main" id="{0DDBBBE2-8EB8-4C3D-81DF-5E4B9C8302E8}"/>
                              </a:ext>
                            </a:extLst>
                          </p:cNvPr>
                          <p:cNvSpPr/>
                          <p:nvPr/>
                        </p:nvSpPr>
                        <p:spPr>
                          <a:xfrm>
                            <a:off x="0" y="18288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9" name="Rectangle 88">
                            <a:extLst>
                              <a:ext uri="{FF2B5EF4-FFF2-40B4-BE49-F238E27FC236}">
                                <a16:creationId xmlns:a16="http://schemas.microsoft.com/office/drawing/2014/main" id="{496AE850-5CD1-4151-BD6C-898CBD8ECBC1}"/>
                              </a:ext>
                            </a:extLst>
                          </p:cNvPr>
                          <p:cNvSpPr/>
                          <p:nvPr/>
                        </p:nvSpPr>
                        <p:spPr>
                          <a:xfrm>
                            <a:off x="0" y="47244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0" name="Rectangle 89">
                            <a:extLst>
                              <a:ext uri="{FF2B5EF4-FFF2-40B4-BE49-F238E27FC236}">
                                <a16:creationId xmlns:a16="http://schemas.microsoft.com/office/drawing/2014/main" id="{F401C8A4-6649-4791-AC63-D8A058ACCD0C}"/>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77" name="Group 76">
                          <a:extLst>
                            <a:ext uri="{FF2B5EF4-FFF2-40B4-BE49-F238E27FC236}">
                              <a16:creationId xmlns:a16="http://schemas.microsoft.com/office/drawing/2014/main" id="{B2037D3D-E5DA-49DA-A832-B5A45B42C20B}"/>
                            </a:ext>
                          </a:extLst>
                        </p:cNvPr>
                        <p:cNvGrpSpPr/>
                        <p:nvPr/>
                      </p:nvGrpSpPr>
                      <p:grpSpPr>
                        <a:xfrm>
                          <a:off x="3009900" y="91440"/>
                          <a:ext cx="617220" cy="929640"/>
                          <a:chOff x="0" y="0"/>
                          <a:chExt cx="617220" cy="929640"/>
                        </a:xfrm>
                      </p:grpSpPr>
                      <p:sp>
                        <p:nvSpPr>
                          <p:cNvPr id="83" name="Rectangle 82">
                            <a:extLst>
                              <a:ext uri="{FF2B5EF4-FFF2-40B4-BE49-F238E27FC236}">
                                <a16:creationId xmlns:a16="http://schemas.microsoft.com/office/drawing/2014/main" id="{5F7994E6-EEB3-4FDF-B206-CC0979A68648}"/>
                              </a:ext>
                            </a:extLst>
                          </p:cNvPr>
                          <p:cNvSpPr/>
                          <p:nvPr/>
                        </p:nvSpPr>
                        <p:spPr>
                          <a:xfrm>
                            <a:off x="0" y="0"/>
                            <a:ext cx="617220" cy="17526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4" name="Rectangle 83">
                            <a:extLst>
                              <a:ext uri="{FF2B5EF4-FFF2-40B4-BE49-F238E27FC236}">
                                <a16:creationId xmlns:a16="http://schemas.microsoft.com/office/drawing/2014/main" id="{E6735763-CBF8-45AD-8A89-870D447C4217}"/>
                              </a:ext>
                            </a:extLst>
                          </p:cNvPr>
                          <p:cNvSpPr/>
                          <p:nvPr/>
                        </p:nvSpPr>
                        <p:spPr>
                          <a:xfrm>
                            <a:off x="0" y="18288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5" name="Rectangle 84">
                            <a:extLst>
                              <a:ext uri="{FF2B5EF4-FFF2-40B4-BE49-F238E27FC236}">
                                <a16:creationId xmlns:a16="http://schemas.microsoft.com/office/drawing/2014/main" id="{0DF71A3E-BC7B-48A1-A27A-C081DC8896EA}"/>
                              </a:ext>
                            </a:extLst>
                          </p:cNvPr>
                          <p:cNvSpPr/>
                          <p:nvPr/>
                        </p:nvSpPr>
                        <p:spPr>
                          <a:xfrm>
                            <a:off x="0" y="472440"/>
                            <a:ext cx="617220" cy="281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6" name="Rectangle 85">
                            <a:extLst>
                              <a:ext uri="{FF2B5EF4-FFF2-40B4-BE49-F238E27FC236}">
                                <a16:creationId xmlns:a16="http://schemas.microsoft.com/office/drawing/2014/main" id="{811B1BC7-95D3-4D29-80FC-771285DB0918}"/>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sp>
                      <p:nvSpPr>
                        <p:cNvPr id="78" name="Text Box 2">
                          <a:extLst>
                            <a:ext uri="{FF2B5EF4-FFF2-40B4-BE49-F238E27FC236}">
                              <a16:creationId xmlns:a16="http://schemas.microsoft.com/office/drawing/2014/main" id="{D38A3075-E09C-4E87-BBA9-D5E5F193EB50}"/>
                            </a:ext>
                          </a:extLst>
                        </p:cNvPr>
                        <p:cNvSpPr txBox="1">
                          <a:spLocks noChangeArrowheads="1"/>
                        </p:cNvSpPr>
                        <p:nvPr/>
                      </p:nvSpPr>
                      <p:spPr bwMode="auto">
                        <a:xfrm>
                          <a:off x="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1</a:t>
                          </a:r>
                        </a:p>
                      </p:txBody>
                    </p:sp>
                    <p:sp>
                      <p:nvSpPr>
                        <p:cNvPr id="79" name="Text Box 2">
                          <a:extLst>
                            <a:ext uri="{FF2B5EF4-FFF2-40B4-BE49-F238E27FC236}">
                              <a16:creationId xmlns:a16="http://schemas.microsoft.com/office/drawing/2014/main" id="{AB73D6A9-DABF-4EC1-992F-3CAA9033BAD3}"/>
                            </a:ext>
                          </a:extLst>
                        </p:cNvPr>
                        <p:cNvSpPr txBox="1">
                          <a:spLocks noChangeArrowheads="1"/>
                        </p:cNvSpPr>
                        <p:nvPr/>
                      </p:nvSpPr>
                      <p:spPr bwMode="auto">
                        <a:xfrm>
                          <a:off x="99822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2</a:t>
                          </a:r>
                        </a:p>
                      </p:txBody>
                    </p:sp>
                    <p:sp>
                      <p:nvSpPr>
                        <p:cNvPr id="80" name="Text Box 2">
                          <a:extLst>
                            <a:ext uri="{FF2B5EF4-FFF2-40B4-BE49-F238E27FC236}">
                              <a16:creationId xmlns:a16="http://schemas.microsoft.com/office/drawing/2014/main" id="{7BAB068B-6BBD-43E0-9522-5701FD93E949}"/>
                            </a:ext>
                          </a:extLst>
                        </p:cNvPr>
                        <p:cNvSpPr txBox="1">
                          <a:spLocks noChangeArrowheads="1"/>
                        </p:cNvSpPr>
                        <p:nvPr/>
                      </p:nvSpPr>
                      <p:spPr bwMode="auto">
                        <a:xfrm>
                          <a:off x="198882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3</a:t>
                          </a:r>
                        </a:p>
                      </p:txBody>
                    </p:sp>
                    <p:sp>
                      <p:nvSpPr>
                        <p:cNvPr id="81" name="Text Box 2">
                          <a:extLst>
                            <a:ext uri="{FF2B5EF4-FFF2-40B4-BE49-F238E27FC236}">
                              <a16:creationId xmlns:a16="http://schemas.microsoft.com/office/drawing/2014/main" id="{61979570-202D-427E-8582-1921ED41E676}"/>
                            </a:ext>
                          </a:extLst>
                        </p:cNvPr>
                        <p:cNvSpPr txBox="1">
                          <a:spLocks noChangeArrowheads="1"/>
                        </p:cNvSpPr>
                        <p:nvPr/>
                      </p:nvSpPr>
                      <p:spPr bwMode="auto">
                        <a:xfrm>
                          <a:off x="298704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4</a:t>
                          </a:r>
                        </a:p>
                      </p:txBody>
                    </p:sp>
                    <p:sp>
                      <p:nvSpPr>
                        <p:cNvPr id="82" name="Text Box 2">
                          <a:extLst>
                            <a:ext uri="{FF2B5EF4-FFF2-40B4-BE49-F238E27FC236}">
                              <a16:creationId xmlns:a16="http://schemas.microsoft.com/office/drawing/2014/main" id="{6ED8AFDB-95DD-4FC1-9EA5-66DF4299F319}"/>
                            </a:ext>
                          </a:extLst>
                        </p:cNvPr>
                        <p:cNvSpPr txBox="1">
                          <a:spLocks noChangeArrowheads="1"/>
                        </p:cNvSpPr>
                        <p:nvPr/>
                      </p:nvSpPr>
                      <p:spPr bwMode="auto">
                        <a:xfrm>
                          <a:off x="-633012" y="-693420"/>
                          <a:ext cx="937260" cy="3352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header</a:t>
                          </a:r>
                        </a:p>
                      </p:txBody>
                    </p:sp>
                  </p:grpSp>
                  <p:cxnSp>
                    <p:nvCxnSpPr>
                      <p:cNvPr id="65" name="Connector: Elbow 64">
                        <a:extLst>
                          <a:ext uri="{FF2B5EF4-FFF2-40B4-BE49-F238E27FC236}">
                            <a16:creationId xmlns:a16="http://schemas.microsoft.com/office/drawing/2014/main" id="{C6C453CA-B4E6-4984-874F-0310E44F1C41}"/>
                          </a:ext>
                        </a:extLst>
                      </p:cNvPr>
                      <p:cNvCxnSpPr/>
                      <p:nvPr/>
                    </p:nvCxnSpPr>
                    <p:spPr>
                      <a:xfrm>
                        <a:off x="598170" y="297180"/>
                        <a:ext cx="175260" cy="556260"/>
                      </a:xfrm>
                      <a:prstGeom prst="bentConnector3">
                        <a:avLst>
                          <a:gd name="adj1" fmla="val -2174"/>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FFDCC54E-4644-4010-9860-151BF1788090}"/>
                          </a:ext>
                        </a:extLst>
                      </p:cNvPr>
                      <p:cNvCxnSpPr/>
                      <p:nvPr/>
                    </p:nvCxnSpPr>
                    <p:spPr>
                      <a:xfrm>
                        <a:off x="305562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67FFC802-6835-4A3E-9B91-F48BCDE41CD4}"/>
                          </a:ext>
                        </a:extLst>
                      </p:cNvPr>
                      <p:cNvCxnSpPr/>
                      <p:nvPr/>
                    </p:nvCxnSpPr>
                    <p:spPr>
                      <a:xfrm>
                        <a:off x="4069080" y="594360"/>
                        <a:ext cx="0" cy="152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6179D356-DFD7-4662-BEEB-728407C8D356}"/>
                          </a:ext>
                        </a:extLst>
                      </p:cNvPr>
                      <p:cNvCxnSpPr/>
                      <p:nvPr/>
                    </p:nvCxnSpPr>
                    <p:spPr>
                      <a:xfrm>
                        <a:off x="1059180" y="617220"/>
                        <a:ext cx="0" cy="137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AD6DF2F4-EDB4-45BE-8CE8-9E2C40198456}"/>
                          </a:ext>
                        </a:extLst>
                      </p:cNvPr>
                      <p:cNvCxnSpPr/>
                      <p:nvPr/>
                    </p:nvCxnSpPr>
                    <p:spPr>
                      <a:xfrm>
                        <a:off x="205740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0" name="Text Box 2">
                        <a:extLst>
                          <a:ext uri="{FF2B5EF4-FFF2-40B4-BE49-F238E27FC236}">
                            <a16:creationId xmlns:a16="http://schemas.microsoft.com/office/drawing/2014/main" id="{B671DF6C-B512-4BDC-A892-D767DE051EDB}"/>
                          </a:ext>
                        </a:extLst>
                      </p:cNvPr>
                      <p:cNvSpPr txBox="1">
                        <a:spLocks noChangeArrowheads="1"/>
                      </p:cNvSpPr>
                      <p:nvPr/>
                    </p:nvSpPr>
                    <p:spPr bwMode="auto">
                      <a:xfrm>
                        <a:off x="0" y="1409700"/>
                        <a:ext cx="624840" cy="4343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Read Pointer</a:t>
                        </a:r>
                      </a:p>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 </a:t>
                        </a:r>
                      </a:p>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 </a:t>
                        </a:r>
                      </a:p>
                    </p:txBody>
                  </p:sp>
                  <p:sp>
                    <p:nvSpPr>
                      <p:cNvPr id="71" name="Text Box 2">
                        <a:extLst>
                          <a:ext uri="{FF2B5EF4-FFF2-40B4-BE49-F238E27FC236}">
                            <a16:creationId xmlns:a16="http://schemas.microsoft.com/office/drawing/2014/main" id="{A9F02641-A70C-4AC3-A009-5E178F8B7031}"/>
                          </a:ext>
                        </a:extLst>
                      </p:cNvPr>
                      <p:cNvSpPr txBox="1">
                        <a:spLocks noChangeArrowheads="1"/>
                      </p:cNvSpPr>
                      <p:nvPr/>
                    </p:nvSpPr>
                    <p:spPr bwMode="auto">
                      <a:xfrm>
                        <a:off x="-811530" y="739140"/>
                        <a:ext cx="609600" cy="4343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Write Pointer</a:t>
                        </a:r>
                      </a:p>
                    </p:txBody>
                  </p:sp>
                  <p:cxnSp>
                    <p:nvCxnSpPr>
                      <p:cNvPr id="72" name="Connector: Elbow 71">
                        <a:extLst>
                          <a:ext uri="{FF2B5EF4-FFF2-40B4-BE49-F238E27FC236}">
                            <a16:creationId xmlns:a16="http://schemas.microsoft.com/office/drawing/2014/main" id="{9EC53DFF-CEC4-464C-AABB-3F5C4C884038}"/>
                          </a:ext>
                        </a:extLst>
                      </p:cNvPr>
                      <p:cNvCxnSpPr/>
                      <p:nvPr/>
                    </p:nvCxnSpPr>
                    <p:spPr>
                      <a:xfrm flipV="1">
                        <a:off x="320040" y="960120"/>
                        <a:ext cx="464820" cy="457200"/>
                      </a:xfrm>
                      <a:prstGeom prst="bentConnector3">
                        <a:avLst>
                          <a:gd name="adj1" fmla="val 820"/>
                        </a:avLst>
                      </a:prstGeom>
                      <a:ln>
                        <a:tailEnd type="triangle"/>
                      </a:ln>
                    </p:spPr>
                    <p:style>
                      <a:lnRef idx="1">
                        <a:schemeClr val="dk1"/>
                      </a:lnRef>
                      <a:fillRef idx="0">
                        <a:schemeClr val="dk1"/>
                      </a:fillRef>
                      <a:effectRef idx="0">
                        <a:schemeClr val="dk1"/>
                      </a:effectRef>
                      <a:fontRef idx="minor">
                        <a:schemeClr val="tx1"/>
                      </a:fontRef>
                    </p:style>
                  </p:cxnSp>
                </p:grpSp>
              </p:grpSp>
              <p:cxnSp>
                <p:nvCxnSpPr>
                  <p:cNvPr id="102" name="Straight Connector 101">
                    <a:extLst>
                      <a:ext uri="{FF2B5EF4-FFF2-40B4-BE49-F238E27FC236}">
                        <a16:creationId xmlns:a16="http://schemas.microsoft.com/office/drawing/2014/main" id="{90141EA7-5C9F-4836-A2FD-7663F591A539}"/>
                      </a:ext>
                    </a:extLst>
                  </p:cNvPr>
                  <p:cNvCxnSpPr>
                    <a:cxnSpLocks/>
                    <a:stCxn id="71" idx="3"/>
                  </p:cNvCxnSpPr>
                  <p:nvPr/>
                </p:nvCxnSpPr>
                <p:spPr>
                  <a:xfrm>
                    <a:off x="871649" y="4791637"/>
                    <a:ext cx="556950" cy="4696"/>
                  </a:xfrm>
                  <a:prstGeom prst="line">
                    <a:avLst/>
                  </a:prstGeom>
                </p:spPr>
                <p:style>
                  <a:lnRef idx="1">
                    <a:schemeClr val="dk1"/>
                  </a:lnRef>
                  <a:fillRef idx="0">
                    <a:schemeClr val="dk1"/>
                  </a:fillRef>
                  <a:effectRef idx="0">
                    <a:schemeClr val="dk1"/>
                  </a:effectRef>
                  <a:fontRef idx="minor">
                    <a:schemeClr val="tx1"/>
                  </a:fontRef>
                </p:style>
              </p:cxnSp>
            </p:grpSp>
            <p:sp>
              <p:nvSpPr>
                <p:cNvPr id="106" name="Arrow: Down 105">
                  <a:extLst>
                    <a:ext uri="{FF2B5EF4-FFF2-40B4-BE49-F238E27FC236}">
                      <a16:creationId xmlns:a16="http://schemas.microsoft.com/office/drawing/2014/main" id="{3B49B234-396A-41EE-AC5D-FB6F467458B7}"/>
                    </a:ext>
                  </a:extLst>
                </p:cNvPr>
                <p:cNvSpPr/>
                <p:nvPr/>
              </p:nvSpPr>
              <p:spPr>
                <a:xfrm>
                  <a:off x="3589205" y="3104020"/>
                  <a:ext cx="349619" cy="859751"/>
                </a:xfrm>
                <a:prstGeom prst="downArrow">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grpSp>
          <p:sp>
            <p:nvSpPr>
              <p:cNvPr id="108" name="TextBox 107">
                <a:extLst>
                  <a:ext uri="{FF2B5EF4-FFF2-40B4-BE49-F238E27FC236}">
                    <a16:creationId xmlns:a16="http://schemas.microsoft.com/office/drawing/2014/main" id="{AA845D9E-DF82-432E-933C-22A9F56E5638}"/>
                  </a:ext>
                </a:extLst>
              </p:cNvPr>
              <p:cNvSpPr txBox="1"/>
              <p:nvPr/>
            </p:nvSpPr>
            <p:spPr>
              <a:xfrm>
                <a:off x="3874298" y="3167317"/>
                <a:ext cx="1566787"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New Flash Initialization</a:t>
                </a:r>
                <a:endParaRPr lang="en-IN" sz="1600" dirty="0">
                  <a:latin typeface="Calibri" panose="020F0502020204030204" pitchFamily="34" charset="0"/>
                  <a:cs typeface="Calibri" panose="020F0502020204030204" pitchFamily="34" charset="0"/>
                </a:endParaRPr>
              </a:p>
            </p:txBody>
          </p:sp>
        </p:grpSp>
        <p:grpSp>
          <p:nvGrpSpPr>
            <p:cNvPr id="99" name="Group 98">
              <a:extLst>
                <a:ext uri="{FF2B5EF4-FFF2-40B4-BE49-F238E27FC236}">
                  <a16:creationId xmlns:a16="http://schemas.microsoft.com/office/drawing/2014/main" id="{9B31C272-6574-485F-A805-A8DA881AD550}"/>
                </a:ext>
              </a:extLst>
            </p:cNvPr>
            <p:cNvGrpSpPr/>
            <p:nvPr/>
          </p:nvGrpSpPr>
          <p:grpSpPr>
            <a:xfrm>
              <a:off x="6154432" y="3860140"/>
              <a:ext cx="1744980" cy="810192"/>
              <a:chOff x="6538797" y="670851"/>
              <a:chExt cx="1744980" cy="810192"/>
            </a:xfrm>
          </p:grpSpPr>
          <p:sp>
            <p:nvSpPr>
              <p:cNvPr id="100" name="Text Box 2">
                <a:extLst>
                  <a:ext uri="{FF2B5EF4-FFF2-40B4-BE49-F238E27FC236}">
                    <a16:creationId xmlns:a16="http://schemas.microsoft.com/office/drawing/2014/main" id="{49AA05D0-7871-44AE-B3AD-028828905E1C}"/>
                  </a:ext>
                </a:extLst>
              </p:cNvPr>
              <p:cNvSpPr txBox="1">
                <a:spLocks noChangeArrowheads="1"/>
              </p:cNvSpPr>
              <p:nvPr/>
            </p:nvSpPr>
            <p:spPr bwMode="auto">
              <a:xfrm>
                <a:off x="6538797" y="670851"/>
                <a:ext cx="1744980" cy="81019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filled with log</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empty</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with header</a:t>
                </a:r>
              </a:p>
            </p:txBody>
          </p:sp>
          <p:sp>
            <p:nvSpPr>
              <p:cNvPr id="101" name="Rectangle 100">
                <a:extLst>
                  <a:ext uri="{FF2B5EF4-FFF2-40B4-BE49-F238E27FC236}">
                    <a16:creationId xmlns:a16="http://schemas.microsoft.com/office/drawing/2014/main" id="{EF20D0E2-2E1A-481B-BC50-766DAC1E2AFB}"/>
                  </a:ext>
                </a:extLst>
              </p:cNvPr>
              <p:cNvSpPr/>
              <p:nvPr/>
            </p:nvSpPr>
            <p:spPr>
              <a:xfrm>
                <a:off x="7986597" y="724186"/>
                <a:ext cx="163830" cy="191119"/>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03" name="Rectangle 102">
                <a:extLst>
                  <a:ext uri="{FF2B5EF4-FFF2-40B4-BE49-F238E27FC236}">
                    <a16:creationId xmlns:a16="http://schemas.microsoft.com/office/drawing/2014/main" id="{DFDA2A37-9BFA-4C49-A8C5-1AF9073B3FC9}"/>
                  </a:ext>
                </a:extLst>
              </p:cNvPr>
              <p:cNvSpPr/>
              <p:nvPr/>
            </p:nvSpPr>
            <p:spPr>
              <a:xfrm>
                <a:off x="7994217" y="968641"/>
                <a:ext cx="164306" cy="19161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04" name="Rectangle 103">
                <a:extLst>
                  <a:ext uri="{FF2B5EF4-FFF2-40B4-BE49-F238E27FC236}">
                    <a16:creationId xmlns:a16="http://schemas.microsoft.com/office/drawing/2014/main" id="{4E9CA8D8-3796-4E4E-8FE2-99CEF9D4054C}"/>
                  </a:ext>
                </a:extLst>
              </p:cNvPr>
              <p:cNvSpPr/>
              <p:nvPr/>
            </p:nvSpPr>
            <p:spPr>
              <a:xfrm>
                <a:off x="7994217" y="1213096"/>
                <a:ext cx="164306" cy="19161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110" name="Group 109">
              <a:extLst>
                <a:ext uri="{FF2B5EF4-FFF2-40B4-BE49-F238E27FC236}">
                  <a16:creationId xmlns:a16="http://schemas.microsoft.com/office/drawing/2014/main" id="{C2F86BBA-6A5F-4820-91C4-DD7A77CD6AA2}"/>
                </a:ext>
              </a:extLst>
            </p:cNvPr>
            <p:cNvGrpSpPr/>
            <p:nvPr/>
          </p:nvGrpSpPr>
          <p:grpSpPr>
            <a:xfrm>
              <a:off x="6158236" y="547929"/>
              <a:ext cx="1744980" cy="810192"/>
              <a:chOff x="6538797" y="670851"/>
              <a:chExt cx="1744980" cy="810192"/>
            </a:xfrm>
          </p:grpSpPr>
          <p:sp>
            <p:nvSpPr>
              <p:cNvPr id="111" name="Text Box 2">
                <a:extLst>
                  <a:ext uri="{FF2B5EF4-FFF2-40B4-BE49-F238E27FC236}">
                    <a16:creationId xmlns:a16="http://schemas.microsoft.com/office/drawing/2014/main" id="{D343AC88-CACB-4E56-AE3E-33A11B7B5D7B}"/>
                  </a:ext>
                </a:extLst>
              </p:cNvPr>
              <p:cNvSpPr txBox="1">
                <a:spLocks noChangeArrowheads="1"/>
              </p:cNvSpPr>
              <p:nvPr/>
            </p:nvSpPr>
            <p:spPr bwMode="auto">
              <a:xfrm>
                <a:off x="6538797" y="670851"/>
                <a:ext cx="1744980" cy="81019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filled with log</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empty</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with header</a:t>
                </a:r>
              </a:p>
            </p:txBody>
          </p:sp>
          <p:sp>
            <p:nvSpPr>
              <p:cNvPr id="112" name="Rectangle 111">
                <a:extLst>
                  <a:ext uri="{FF2B5EF4-FFF2-40B4-BE49-F238E27FC236}">
                    <a16:creationId xmlns:a16="http://schemas.microsoft.com/office/drawing/2014/main" id="{BFF9A876-2897-4BAB-A604-69C1584C510E}"/>
                  </a:ext>
                </a:extLst>
              </p:cNvPr>
              <p:cNvSpPr/>
              <p:nvPr/>
            </p:nvSpPr>
            <p:spPr>
              <a:xfrm>
                <a:off x="7986597" y="724186"/>
                <a:ext cx="163830" cy="191119"/>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13" name="Rectangle 112">
                <a:extLst>
                  <a:ext uri="{FF2B5EF4-FFF2-40B4-BE49-F238E27FC236}">
                    <a16:creationId xmlns:a16="http://schemas.microsoft.com/office/drawing/2014/main" id="{66797598-6DB2-497D-B739-3D3C711E68D7}"/>
                  </a:ext>
                </a:extLst>
              </p:cNvPr>
              <p:cNvSpPr/>
              <p:nvPr/>
            </p:nvSpPr>
            <p:spPr>
              <a:xfrm>
                <a:off x="7994217" y="968641"/>
                <a:ext cx="164306" cy="19161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14" name="Rectangle 113">
                <a:extLst>
                  <a:ext uri="{FF2B5EF4-FFF2-40B4-BE49-F238E27FC236}">
                    <a16:creationId xmlns:a16="http://schemas.microsoft.com/office/drawing/2014/main" id="{1B973A7D-D3AF-4A81-9C81-CA75863DE66C}"/>
                  </a:ext>
                </a:extLst>
              </p:cNvPr>
              <p:cNvSpPr/>
              <p:nvPr/>
            </p:nvSpPr>
            <p:spPr>
              <a:xfrm>
                <a:off x="7994217" y="1213096"/>
                <a:ext cx="164306" cy="19161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sp>
        <p:nvSpPr>
          <p:cNvPr id="3" name="TextBox 2">
            <a:extLst>
              <a:ext uri="{FF2B5EF4-FFF2-40B4-BE49-F238E27FC236}">
                <a16:creationId xmlns:a16="http://schemas.microsoft.com/office/drawing/2014/main" id="{093BC073-DEE5-445D-ACFD-8BD03FDB1B2B}"/>
              </a:ext>
            </a:extLst>
          </p:cNvPr>
          <p:cNvSpPr txBox="1"/>
          <p:nvPr/>
        </p:nvSpPr>
        <p:spPr>
          <a:xfrm>
            <a:off x="1141525" y="471314"/>
            <a:ext cx="6795172" cy="400110"/>
          </a:xfrm>
          <a:prstGeom prst="rect">
            <a:avLst/>
          </a:prstGeom>
          <a:noFill/>
        </p:spPr>
        <p:txBody>
          <a:bodyPr wrap="square" rtlCol="0">
            <a:spAutoFit/>
          </a:bodyPr>
          <a:lstStyle/>
          <a:p>
            <a:r>
              <a:rPr lang="en-IN" sz="2000" dirty="0">
                <a:latin typeface="+mj-lt"/>
              </a:rPr>
              <a:t>Initialization of a new flash in the case of flash being empty </a:t>
            </a:r>
          </a:p>
        </p:txBody>
      </p:sp>
      <p:grpSp>
        <p:nvGrpSpPr>
          <p:cNvPr id="5" name="Group 4">
            <a:extLst>
              <a:ext uri="{FF2B5EF4-FFF2-40B4-BE49-F238E27FC236}">
                <a16:creationId xmlns:a16="http://schemas.microsoft.com/office/drawing/2014/main" id="{63C9BE09-6851-4B0C-B0CA-B02ED948EE0D}"/>
              </a:ext>
            </a:extLst>
          </p:cNvPr>
          <p:cNvGrpSpPr/>
          <p:nvPr/>
        </p:nvGrpSpPr>
        <p:grpSpPr>
          <a:xfrm>
            <a:off x="975499" y="1749791"/>
            <a:ext cx="916508" cy="1811944"/>
            <a:chOff x="375028" y="1254666"/>
            <a:chExt cx="916508" cy="1811944"/>
          </a:xfrm>
        </p:grpSpPr>
        <p:sp>
          <p:nvSpPr>
            <p:cNvPr id="116" name="Rectangle 115">
              <a:extLst>
                <a:ext uri="{FF2B5EF4-FFF2-40B4-BE49-F238E27FC236}">
                  <a16:creationId xmlns:a16="http://schemas.microsoft.com/office/drawing/2014/main" id="{7998AD8E-5017-408E-82F8-09A28545ADA0}"/>
                </a:ext>
              </a:extLst>
            </p:cNvPr>
            <p:cNvSpPr/>
            <p:nvPr/>
          </p:nvSpPr>
          <p:spPr>
            <a:xfrm>
              <a:off x="375029" y="1496960"/>
              <a:ext cx="916506" cy="242295"/>
            </a:xfrm>
            <a:prstGeom prst="rec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Rectangle 117">
              <a:extLst>
                <a:ext uri="{FF2B5EF4-FFF2-40B4-BE49-F238E27FC236}">
                  <a16:creationId xmlns:a16="http://schemas.microsoft.com/office/drawing/2014/main" id="{DACCDF52-192D-41C1-A109-3B07F6929591}"/>
                </a:ext>
              </a:extLst>
            </p:cNvPr>
            <p:cNvSpPr/>
            <p:nvPr/>
          </p:nvSpPr>
          <p:spPr>
            <a:xfrm>
              <a:off x="375029" y="2160638"/>
              <a:ext cx="916506" cy="242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4" name="Group 3">
              <a:extLst>
                <a:ext uri="{FF2B5EF4-FFF2-40B4-BE49-F238E27FC236}">
                  <a16:creationId xmlns:a16="http://schemas.microsoft.com/office/drawing/2014/main" id="{9EC69980-29C4-42BA-A255-F7DE8A23AA43}"/>
                </a:ext>
              </a:extLst>
            </p:cNvPr>
            <p:cNvGrpSpPr/>
            <p:nvPr/>
          </p:nvGrpSpPr>
          <p:grpSpPr>
            <a:xfrm>
              <a:off x="375028" y="1254666"/>
              <a:ext cx="916508" cy="1811944"/>
              <a:chOff x="375028" y="1254666"/>
              <a:chExt cx="916508" cy="1811944"/>
            </a:xfrm>
          </p:grpSpPr>
          <p:sp>
            <p:nvSpPr>
              <p:cNvPr id="115" name="Rectangle 114">
                <a:extLst>
                  <a:ext uri="{FF2B5EF4-FFF2-40B4-BE49-F238E27FC236}">
                    <a16:creationId xmlns:a16="http://schemas.microsoft.com/office/drawing/2014/main" id="{C20F9436-036C-4B60-B4DB-FEB6C31376D0}"/>
                  </a:ext>
                </a:extLst>
              </p:cNvPr>
              <p:cNvSpPr/>
              <p:nvPr/>
            </p:nvSpPr>
            <p:spPr>
              <a:xfrm>
                <a:off x="375030" y="1254666"/>
                <a:ext cx="916506" cy="242295"/>
              </a:xfrm>
              <a:prstGeom prst="rec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7" name="Rectangle 116">
                <a:extLst>
                  <a:ext uri="{FF2B5EF4-FFF2-40B4-BE49-F238E27FC236}">
                    <a16:creationId xmlns:a16="http://schemas.microsoft.com/office/drawing/2014/main" id="{E7970A08-B083-4633-A2FE-7310B243C3BA}"/>
                  </a:ext>
                </a:extLst>
              </p:cNvPr>
              <p:cNvSpPr/>
              <p:nvPr/>
            </p:nvSpPr>
            <p:spPr>
              <a:xfrm>
                <a:off x="375029" y="1728721"/>
                <a:ext cx="916506" cy="242295"/>
              </a:xfrm>
              <a:prstGeom prst="rec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Rectangle 118">
                <a:extLst>
                  <a:ext uri="{FF2B5EF4-FFF2-40B4-BE49-F238E27FC236}">
                    <a16:creationId xmlns:a16="http://schemas.microsoft.com/office/drawing/2014/main" id="{CD9B8068-6EBE-48AF-9C1B-089FDA5D58A4}"/>
                  </a:ext>
                </a:extLst>
              </p:cNvPr>
              <p:cNvSpPr/>
              <p:nvPr/>
            </p:nvSpPr>
            <p:spPr>
              <a:xfrm>
                <a:off x="375029" y="1971016"/>
                <a:ext cx="916506" cy="242295"/>
              </a:xfrm>
              <a:prstGeom prst="rec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Rectangle 119">
                <a:extLst>
                  <a:ext uri="{FF2B5EF4-FFF2-40B4-BE49-F238E27FC236}">
                    <a16:creationId xmlns:a16="http://schemas.microsoft.com/office/drawing/2014/main" id="{D8CE5FDD-C661-4C6B-A873-536C36B082D5}"/>
                  </a:ext>
                </a:extLst>
              </p:cNvPr>
              <p:cNvSpPr/>
              <p:nvPr/>
            </p:nvSpPr>
            <p:spPr>
              <a:xfrm>
                <a:off x="375028" y="2392397"/>
                <a:ext cx="916506" cy="242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1" name="Rectangle 120">
                <a:extLst>
                  <a:ext uri="{FF2B5EF4-FFF2-40B4-BE49-F238E27FC236}">
                    <a16:creationId xmlns:a16="http://schemas.microsoft.com/office/drawing/2014/main" id="{F1449A80-11D6-4D49-BDE0-AD597E24DF33}"/>
                  </a:ext>
                </a:extLst>
              </p:cNvPr>
              <p:cNvSpPr/>
              <p:nvPr/>
            </p:nvSpPr>
            <p:spPr>
              <a:xfrm>
                <a:off x="375028" y="2824315"/>
                <a:ext cx="916506" cy="24229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2" name="Rectangle 121">
                <a:extLst>
                  <a:ext uri="{FF2B5EF4-FFF2-40B4-BE49-F238E27FC236}">
                    <a16:creationId xmlns:a16="http://schemas.microsoft.com/office/drawing/2014/main" id="{C622709B-93D3-4D4A-B286-C90D6B24DF45}"/>
                  </a:ext>
                </a:extLst>
              </p:cNvPr>
              <p:cNvSpPr/>
              <p:nvPr/>
            </p:nvSpPr>
            <p:spPr>
              <a:xfrm>
                <a:off x="375028" y="2634693"/>
                <a:ext cx="916506" cy="24229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sp>
        <p:nvSpPr>
          <p:cNvPr id="10" name="Left Brace 9">
            <a:extLst>
              <a:ext uri="{FF2B5EF4-FFF2-40B4-BE49-F238E27FC236}">
                <a16:creationId xmlns:a16="http://schemas.microsoft.com/office/drawing/2014/main" id="{F3F2CF48-04CD-4784-814B-705F13CC2778}"/>
              </a:ext>
            </a:extLst>
          </p:cNvPr>
          <p:cNvSpPr/>
          <p:nvPr/>
        </p:nvSpPr>
        <p:spPr>
          <a:xfrm>
            <a:off x="814422" y="1746499"/>
            <a:ext cx="155448" cy="91440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3" name="Left Brace 122">
            <a:extLst>
              <a:ext uri="{FF2B5EF4-FFF2-40B4-BE49-F238E27FC236}">
                <a16:creationId xmlns:a16="http://schemas.microsoft.com/office/drawing/2014/main" id="{93DED24B-1A3E-41C8-925B-AD37D9B45209}"/>
              </a:ext>
            </a:extLst>
          </p:cNvPr>
          <p:cNvSpPr/>
          <p:nvPr/>
        </p:nvSpPr>
        <p:spPr>
          <a:xfrm>
            <a:off x="814420" y="3137061"/>
            <a:ext cx="155448" cy="42981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C07AF883-CA24-45C4-A825-05ECED4D4AB8}"/>
              </a:ext>
            </a:extLst>
          </p:cNvPr>
          <p:cNvSpPr txBox="1"/>
          <p:nvPr/>
        </p:nvSpPr>
        <p:spPr>
          <a:xfrm>
            <a:off x="358702" y="2065301"/>
            <a:ext cx="45720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latin typeface="Calibri"/>
              </a:rPr>
              <a:t>BRN</a:t>
            </a:r>
          </a:p>
        </p:txBody>
      </p:sp>
      <p:sp>
        <p:nvSpPr>
          <p:cNvPr id="124" name="TextBox 123">
            <a:extLst>
              <a:ext uri="{FF2B5EF4-FFF2-40B4-BE49-F238E27FC236}">
                <a16:creationId xmlns:a16="http://schemas.microsoft.com/office/drawing/2014/main" id="{A07CE0E6-EB20-4C11-96C0-25F0627FAB76}"/>
              </a:ext>
            </a:extLst>
          </p:cNvPr>
          <p:cNvSpPr txBox="1"/>
          <p:nvPr/>
        </p:nvSpPr>
        <p:spPr>
          <a:xfrm>
            <a:off x="358701" y="3213567"/>
            <a:ext cx="45720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latin typeface="Calibri"/>
              </a:rPr>
              <a:t>CRC</a:t>
            </a:r>
          </a:p>
        </p:txBody>
      </p:sp>
      <p:sp>
        <p:nvSpPr>
          <p:cNvPr id="22" name="TextBox 21">
            <a:extLst>
              <a:ext uri="{FF2B5EF4-FFF2-40B4-BE49-F238E27FC236}">
                <a16:creationId xmlns:a16="http://schemas.microsoft.com/office/drawing/2014/main" id="{50DF6AAD-F25A-4A4E-A1F5-D6CD86938E71}"/>
              </a:ext>
            </a:extLst>
          </p:cNvPr>
          <p:cNvSpPr txBox="1"/>
          <p:nvPr/>
        </p:nvSpPr>
        <p:spPr>
          <a:xfrm>
            <a:off x="710381" y="1379210"/>
            <a:ext cx="157524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Block Header</a:t>
            </a:r>
            <a:endParaRPr lang="en-US" sz="1600" dirty="0"/>
          </a:p>
        </p:txBody>
      </p:sp>
    </p:spTree>
    <p:extLst>
      <p:ext uri="{BB962C8B-B14F-4D97-AF65-F5344CB8AC3E}">
        <p14:creationId xmlns:p14="http://schemas.microsoft.com/office/powerpoint/2010/main" val="4176327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7A07A0F-CA3C-4B0A-A804-27DFAB6F590A}"/>
              </a:ext>
            </a:extLst>
          </p:cNvPr>
          <p:cNvGrpSpPr/>
          <p:nvPr/>
        </p:nvGrpSpPr>
        <p:grpSpPr>
          <a:xfrm>
            <a:off x="1022446" y="1168458"/>
            <a:ext cx="6795172" cy="2887738"/>
            <a:chOff x="1261110" y="1389522"/>
            <a:chExt cx="6664285" cy="2887738"/>
          </a:xfrm>
        </p:grpSpPr>
        <p:grpSp>
          <p:nvGrpSpPr>
            <p:cNvPr id="9" name="Group 8">
              <a:extLst>
                <a:ext uri="{FF2B5EF4-FFF2-40B4-BE49-F238E27FC236}">
                  <a16:creationId xmlns:a16="http://schemas.microsoft.com/office/drawing/2014/main" id="{D114FDA6-E8F7-41BE-95A6-1534888F3ACB}"/>
                </a:ext>
              </a:extLst>
            </p:cNvPr>
            <p:cNvGrpSpPr/>
            <p:nvPr/>
          </p:nvGrpSpPr>
          <p:grpSpPr>
            <a:xfrm>
              <a:off x="1261110" y="1544178"/>
              <a:ext cx="5791795" cy="2733082"/>
              <a:chOff x="0" y="-38100"/>
              <a:chExt cx="5372100" cy="2065020"/>
            </a:xfrm>
          </p:grpSpPr>
          <p:sp>
            <p:nvSpPr>
              <p:cNvPr id="11" name="Text Box 2">
                <a:extLst>
                  <a:ext uri="{FF2B5EF4-FFF2-40B4-BE49-F238E27FC236}">
                    <a16:creationId xmlns:a16="http://schemas.microsoft.com/office/drawing/2014/main" id="{AB3F4292-B47D-4F22-90C0-0A018FD4B222}"/>
                  </a:ext>
                </a:extLst>
              </p:cNvPr>
              <p:cNvSpPr txBox="1">
                <a:spLocks noChangeArrowheads="1"/>
              </p:cNvSpPr>
              <p:nvPr/>
            </p:nvSpPr>
            <p:spPr bwMode="auto">
              <a:xfrm>
                <a:off x="784860" y="35814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0</a:t>
                </a:r>
              </a:p>
            </p:txBody>
          </p:sp>
          <p:sp>
            <p:nvSpPr>
              <p:cNvPr id="12" name="Text Box 2">
                <a:extLst>
                  <a:ext uri="{FF2B5EF4-FFF2-40B4-BE49-F238E27FC236}">
                    <a16:creationId xmlns:a16="http://schemas.microsoft.com/office/drawing/2014/main" id="{34B3C5DB-1E74-4120-AB81-CB5716A77A1C}"/>
                  </a:ext>
                </a:extLst>
              </p:cNvPr>
              <p:cNvSpPr txBox="1">
                <a:spLocks noChangeArrowheads="1"/>
              </p:cNvSpPr>
              <p:nvPr/>
            </p:nvSpPr>
            <p:spPr bwMode="auto">
              <a:xfrm>
                <a:off x="2788920" y="34290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2</a:t>
                </a:r>
              </a:p>
            </p:txBody>
          </p:sp>
          <p:sp>
            <p:nvSpPr>
              <p:cNvPr id="13" name="Text Box 2">
                <a:extLst>
                  <a:ext uri="{FF2B5EF4-FFF2-40B4-BE49-F238E27FC236}">
                    <a16:creationId xmlns:a16="http://schemas.microsoft.com/office/drawing/2014/main" id="{7962BB8F-F4E1-4151-AB7D-5B11FC9D870C}"/>
                  </a:ext>
                </a:extLst>
              </p:cNvPr>
              <p:cNvSpPr txBox="1">
                <a:spLocks noChangeArrowheads="1"/>
              </p:cNvSpPr>
              <p:nvPr/>
            </p:nvSpPr>
            <p:spPr bwMode="auto">
              <a:xfrm>
                <a:off x="3787140" y="32766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3</a:t>
                </a:r>
              </a:p>
            </p:txBody>
          </p:sp>
          <p:sp>
            <p:nvSpPr>
              <p:cNvPr id="14" name="Text Box 2">
                <a:extLst>
                  <a:ext uri="{FF2B5EF4-FFF2-40B4-BE49-F238E27FC236}">
                    <a16:creationId xmlns:a16="http://schemas.microsoft.com/office/drawing/2014/main" id="{B857A118-BA01-4538-9A37-8EBC1860B149}"/>
                  </a:ext>
                </a:extLst>
              </p:cNvPr>
              <p:cNvSpPr txBox="1">
                <a:spLocks noChangeArrowheads="1"/>
              </p:cNvSpPr>
              <p:nvPr/>
            </p:nvSpPr>
            <p:spPr bwMode="auto">
              <a:xfrm>
                <a:off x="1783080" y="34290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1</a:t>
                </a:r>
              </a:p>
            </p:txBody>
          </p:sp>
          <p:grpSp>
            <p:nvGrpSpPr>
              <p:cNvPr id="15" name="Group 14">
                <a:extLst>
                  <a:ext uri="{FF2B5EF4-FFF2-40B4-BE49-F238E27FC236}">
                    <a16:creationId xmlns:a16="http://schemas.microsoft.com/office/drawing/2014/main" id="{996303B0-5E70-464B-917D-D7142CB7F266}"/>
                  </a:ext>
                </a:extLst>
              </p:cNvPr>
              <p:cNvGrpSpPr/>
              <p:nvPr/>
            </p:nvGrpSpPr>
            <p:grpSpPr>
              <a:xfrm>
                <a:off x="0" y="-38100"/>
                <a:ext cx="5372100" cy="2065020"/>
                <a:chOff x="0" y="-38100"/>
                <a:chExt cx="5372100" cy="2065020"/>
              </a:xfrm>
            </p:grpSpPr>
            <p:grpSp>
              <p:nvGrpSpPr>
                <p:cNvPr id="16" name="Group 15">
                  <a:extLst>
                    <a:ext uri="{FF2B5EF4-FFF2-40B4-BE49-F238E27FC236}">
                      <a16:creationId xmlns:a16="http://schemas.microsoft.com/office/drawing/2014/main" id="{DB303F6F-2146-4A09-8D57-C40817001C59}"/>
                    </a:ext>
                  </a:extLst>
                </p:cNvPr>
                <p:cNvGrpSpPr/>
                <p:nvPr/>
              </p:nvGrpSpPr>
              <p:grpSpPr>
                <a:xfrm>
                  <a:off x="128988" y="-38100"/>
                  <a:ext cx="4260132" cy="2065020"/>
                  <a:chOff x="-633012" y="-693420"/>
                  <a:chExt cx="4260132" cy="2065020"/>
                </a:xfrm>
              </p:grpSpPr>
              <p:grpSp>
                <p:nvGrpSpPr>
                  <p:cNvPr id="26" name="Group 25">
                    <a:extLst>
                      <a:ext uri="{FF2B5EF4-FFF2-40B4-BE49-F238E27FC236}">
                        <a16:creationId xmlns:a16="http://schemas.microsoft.com/office/drawing/2014/main" id="{53EA3F07-35A4-4773-A42D-BF30135FE831}"/>
                      </a:ext>
                    </a:extLst>
                  </p:cNvPr>
                  <p:cNvGrpSpPr/>
                  <p:nvPr/>
                </p:nvGrpSpPr>
                <p:grpSpPr>
                  <a:xfrm>
                    <a:off x="7620" y="91440"/>
                    <a:ext cx="617220" cy="929640"/>
                    <a:chOff x="0" y="0"/>
                    <a:chExt cx="617220" cy="929640"/>
                  </a:xfrm>
                </p:grpSpPr>
                <p:sp>
                  <p:nvSpPr>
                    <p:cNvPr id="47" name="Rectangle 46">
                      <a:extLst>
                        <a:ext uri="{FF2B5EF4-FFF2-40B4-BE49-F238E27FC236}">
                          <a16:creationId xmlns:a16="http://schemas.microsoft.com/office/drawing/2014/main" id="{2E8D8102-FC67-493B-B9FD-0A644D04E585}"/>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IN" sz="500">
                          <a:effectLst/>
                          <a:ea typeface="Calibri" panose="020F0502020204030204" pitchFamily="34" charset="0"/>
                          <a:cs typeface="Mangal" panose="02040503050203030202" pitchFamily="18" charset="0"/>
                        </a:rPr>
                        <a:t> </a:t>
                      </a:r>
                      <a:endParaRPr lang="en-IN" sz="1100">
                        <a:effectLst/>
                        <a:ea typeface="Calibri" panose="020F0502020204030204" pitchFamily="34" charset="0"/>
                        <a:cs typeface="Mangal" panose="02040503050203030202" pitchFamily="18" charset="0"/>
                      </a:endParaRPr>
                    </a:p>
                  </p:txBody>
                </p:sp>
                <p:sp>
                  <p:nvSpPr>
                    <p:cNvPr id="48" name="Rectangle 47">
                      <a:extLst>
                        <a:ext uri="{FF2B5EF4-FFF2-40B4-BE49-F238E27FC236}">
                          <a16:creationId xmlns:a16="http://schemas.microsoft.com/office/drawing/2014/main" id="{6A7AB428-958E-49AC-B297-9957F5D7E6D8}"/>
                        </a:ext>
                      </a:extLst>
                    </p:cNvPr>
                    <p:cNvSpPr/>
                    <p:nvPr/>
                  </p:nvSpPr>
                  <p:spPr>
                    <a:xfrm>
                      <a:off x="0" y="182880"/>
                      <a:ext cx="617220" cy="281940"/>
                    </a:xfrm>
                    <a:prstGeom prst="rect">
                      <a:avLst/>
                    </a:prstGeom>
                    <a:solidFill>
                      <a:schemeClr val="accent3"/>
                    </a:solidFill>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49" name="Rectangle 48">
                      <a:extLst>
                        <a:ext uri="{FF2B5EF4-FFF2-40B4-BE49-F238E27FC236}">
                          <a16:creationId xmlns:a16="http://schemas.microsoft.com/office/drawing/2014/main" id="{1CB498A2-0B7C-475B-9F53-9572E7A7A763}"/>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50" name="Rectangle 49">
                      <a:extLst>
                        <a:ext uri="{FF2B5EF4-FFF2-40B4-BE49-F238E27FC236}">
                          <a16:creationId xmlns:a16="http://schemas.microsoft.com/office/drawing/2014/main" id="{DB1CD911-0176-4502-BFF4-68E8C1FE04FB}"/>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7" name="Group 26">
                    <a:extLst>
                      <a:ext uri="{FF2B5EF4-FFF2-40B4-BE49-F238E27FC236}">
                        <a16:creationId xmlns:a16="http://schemas.microsoft.com/office/drawing/2014/main" id="{A701667F-B99D-47AB-B31C-E30770C8E92E}"/>
                      </a:ext>
                    </a:extLst>
                  </p:cNvPr>
                  <p:cNvGrpSpPr/>
                  <p:nvPr/>
                </p:nvGrpSpPr>
                <p:grpSpPr>
                  <a:xfrm>
                    <a:off x="1005840" y="91440"/>
                    <a:ext cx="617220" cy="929640"/>
                    <a:chOff x="0" y="0"/>
                    <a:chExt cx="617220" cy="929640"/>
                  </a:xfrm>
                </p:grpSpPr>
                <p:sp>
                  <p:nvSpPr>
                    <p:cNvPr id="43" name="Rectangle 42">
                      <a:extLst>
                        <a:ext uri="{FF2B5EF4-FFF2-40B4-BE49-F238E27FC236}">
                          <a16:creationId xmlns:a16="http://schemas.microsoft.com/office/drawing/2014/main" id="{35005C49-56DA-43B9-AF9A-1FED6513C5EB}"/>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4" name="Rectangle 43">
                      <a:extLst>
                        <a:ext uri="{FF2B5EF4-FFF2-40B4-BE49-F238E27FC236}">
                          <a16:creationId xmlns:a16="http://schemas.microsoft.com/office/drawing/2014/main" id="{306166AC-BC83-48D3-A975-F1E17CCF64D6}"/>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5" name="Rectangle 44">
                      <a:extLst>
                        <a:ext uri="{FF2B5EF4-FFF2-40B4-BE49-F238E27FC236}">
                          <a16:creationId xmlns:a16="http://schemas.microsoft.com/office/drawing/2014/main" id="{F5DC41CB-B4DB-483C-AA52-F4C6C16C4EBF}"/>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6" name="Rectangle 45">
                      <a:extLst>
                        <a:ext uri="{FF2B5EF4-FFF2-40B4-BE49-F238E27FC236}">
                          <a16:creationId xmlns:a16="http://schemas.microsoft.com/office/drawing/2014/main" id="{FFD3E59E-4391-4632-ACCB-BAD5BBB9C29A}"/>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8" name="Group 27">
                    <a:extLst>
                      <a:ext uri="{FF2B5EF4-FFF2-40B4-BE49-F238E27FC236}">
                        <a16:creationId xmlns:a16="http://schemas.microsoft.com/office/drawing/2014/main" id="{AB426832-C9CC-4255-A7EC-4A6E8683E705}"/>
                      </a:ext>
                    </a:extLst>
                  </p:cNvPr>
                  <p:cNvGrpSpPr/>
                  <p:nvPr/>
                </p:nvGrpSpPr>
                <p:grpSpPr>
                  <a:xfrm>
                    <a:off x="2004060" y="91440"/>
                    <a:ext cx="617220" cy="929640"/>
                    <a:chOff x="0" y="0"/>
                    <a:chExt cx="617220" cy="929640"/>
                  </a:xfrm>
                </p:grpSpPr>
                <p:sp>
                  <p:nvSpPr>
                    <p:cNvPr id="39" name="Rectangle 38">
                      <a:extLst>
                        <a:ext uri="{FF2B5EF4-FFF2-40B4-BE49-F238E27FC236}">
                          <a16:creationId xmlns:a16="http://schemas.microsoft.com/office/drawing/2014/main" id="{2F9C75C2-81B8-4212-8EBA-6389F6FAF2EC}"/>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0" name="Rectangle 39">
                      <a:extLst>
                        <a:ext uri="{FF2B5EF4-FFF2-40B4-BE49-F238E27FC236}">
                          <a16:creationId xmlns:a16="http://schemas.microsoft.com/office/drawing/2014/main" id="{C4F97C13-2D19-4205-A195-588E0254D9FA}"/>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1" name="Rectangle 40">
                      <a:extLst>
                        <a:ext uri="{FF2B5EF4-FFF2-40B4-BE49-F238E27FC236}">
                          <a16:creationId xmlns:a16="http://schemas.microsoft.com/office/drawing/2014/main" id="{F8F4D416-47D7-4811-B196-1265AFEA54A2}"/>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2" name="Rectangle 41">
                      <a:extLst>
                        <a:ext uri="{FF2B5EF4-FFF2-40B4-BE49-F238E27FC236}">
                          <a16:creationId xmlns:a16="http://schemas.microsoft.com/office/drawing/2014/main" id="{1ACF5310-F6A7-4010-BDF7-2391E0D86D12}"/>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9" name="Group 28">
                    <a:extLst>
                      <a:ext uri="{FF2B5EF4-FFF2-40B4-BE49-F238E27FC236}">
                        <a16:creationId xmlns:a16="http://schemas.microsoft.com/office/drawing/2014/main" id="{1929DFE7-A5E3-44DF-BCF5-B3D9799651F6}"/>
                      </a:ext>
                    </a:extLst>
                  </p:cNvPr>
                  <p:cNvGrpSpPr/>
                  <p:nvPr/>
                </p:nvGrpSpPr>
                <p:grpSpPr>
                  <a:xfrm>
                    <a:off x="3009900" y="91440"/>
                    <a:ext cx="617220" cy="929640"/>
                    <a:chOff x="0" y="0"/>
                    <a:chExt cx="617220" cy="929640"/>
                  </a:xfrm>
                </p:grpSpPr>
                <p:sp>
                  <p:nvSpPr>
                    <p:cNvPr id="35" name="Rectangle 34">
                      <a:extLst>
                        <a:ext uri="{FF2B5EF4-FFF2-40B4-BE49-F238E27FC236}">
                          <a16:creationId xmlns:a16="http://schemas.microsoft.com/office/drawing/2014/main" id="{F93DA700-1675-43C8-8B49-A82780C8ABDE}"/>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6" name="Rectangle 35">
                      <a:extLst>
                        <a:ext uri="{FF2B5EF4-FFF2-40B4-BE49-F238E27FC236}">
                          <a16:creationId xmlns:a16="http://schemas.microsoft.com/office/drawing/2014/main" id="{6DC5EF4B-B64B-4D57-8BD5-F1903CA5C7F0}"/>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7" name="Rectangle 36">
                      <a:extLst>
                        <a:ext uri="{FF2B5EF4-FFF2-40B4-BE49-F238E27FC236}">
                          <a16:creationId xmlns:a16="http://schemas.microsoft.com/office/drawing/2014/main" id="{E05DB62B-7418-4BB1-B8FF-23F1A708ACA1}"/>
                        </a:ext>
                      </a:extLst>
                    </p:cNvPr>
                    <p:cNvSpPr/>
                    <p:nvPr/>
                  </p:nvSpPr>
                  <p:spPr>
                    <a:xfrm>
                      <a:off x="0" y="472440"/>
                      <a:ext cx="617220" cy="281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8" name="Rectangle 37">
                      <a:extLst>
                        <a:ext uri="{FF2B5EF4-FFF2-40B4-BE49-F238E27FC236}">
                          <a16:creationId xmlns:a16="http://schemas.microsoft.com/office/drawing/2014/main" id="{3DBF9637-2C31-421F-AA1A-D903DE97CF47}"/>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sp>
                <p:nvSpPr>
                  <p:cNvPr id="30" name="Text Box 2">
                    <a:extLst>
                      <a:ext uri="{FF2B5EF4-FFF2-40B4-BE49-F238E27FC236}">
                        <a16:creationId xmlns:a16="http://schemas.microsoft.com/office/drawing/2014/main" id="{14DB0EFB-6F8A-402F-9E9A-C803CBBC0BC1}"/>
                      </a:ext>
                    </a:extLst>
                  </p:cNvPr>
                  <p:cNvSpPr txBox="1">
                    <a:spLocks noChangeArrowheads="1"/>
                  </p:cNvSpPr>
                  <p:nvPr/>
                </p:nvSpPr>
                <p:spPr bwMode="auto">
                  <a:xfrm>
                    <a:off x="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1</a:t>
                    </a:r>
                  </a:p>
                </p:txBody>
              </p:sp>
              <p:sp>
                <p:nvSpPr>
                  <p:cNvPr id="31" name="Text Box 2">
                    <a:extLst>
                      <a:ext uri="{FF2B5EF4-FFF2-40B4-BE49-F238E27FC236}">
                        <a16:creationId xmlns:a16="http://schemas.microsoft.com/office/drawing/2014/main" id="{B5D969A8-DE7D-4409-89D7-A1A2A33032E4}"/>
                      </a:ext>
                    </a:extLst>
                  </p:cNvPr>
                  <p:cNvSpPr txBox="1">
                    <a:spLocks noChangeArrowheads="1"/>
                  </p:cNvSpPr>
                  <p:nvPr/>
                </p:nvSpPr>
                <p:spPr bwMode="auto">
                  <a:xfrm>
                    <a:off x="99822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2</a:t>
                    </a:r>
                  </a:p>
                </p:txBody>
              </p:sp>
              <p:sp>
                <p:nvSpPr>
                  <p:cNvPr id="32" name="Text Box 2">
                    <a:extLst>
                      <a:ext uri="{FF2B5EF4-FFF2-40B4-BE49-F238E27FC236}">
                        <a16:creationId xmlns:a16="http://schemas.microsoft.com/office/drawing/2014/main" id="{7D0BC329-170F-4B8D-B28C-CC584AE6FF45}"/>
                      </a:ext>
                    </a:extLst>
                  </p:cNvPr>
                  <p:cNvSpPr txBox="1">
                    <a:spLocks noChangeArrowheads="1"/>
                  </p:cNvSpPr>
                  <p:nvPr/>
                </p:nvSpPr>
                <p:spPr bwMode="auto">
                  <a:xfrm>
                    <a:off x="198882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3</a:t>
                    </a:r>
                  </a:p>
                </p:txBody>
              </p:sp>
              <p:sp>
                <p:nvSpPr>
                  <p:cNvPr id="33" name="Text Box 2">
                    <a:extLst>
                      <a:ext uri="{FF2B5EF4-FFF2-40B4-BE49-F238E27FC236}">
                        <a16:creationId xmlns:a16="http://schemas.microsoft.com/office/drawing/2014/main" id="{31DA3E42-6519-4E94-BFAA-DD525F656434}"/>
                      </a:ext>
                    </a:extLst>
                  </p:cNvPr>
                  <p:cNvSpPr txBox="1">
                    <a:spLocks noChangeArrowheads="1"/>
                  </p:cNvSpPr>
                  <p:nvPr/>
                </p:nvSpPr>
                <p:spPr bwMode="auto">
                  <a:xfrm>
                    <a:off x="298704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4</a:t>
                    </a:r>
                  </a:p>
                </p:txBody>
              </p:sp>
              <p:sp>
                <p:nvSpPr>
                  <p:cNvPr id="34" name="Text Box 2">
                    <a:extLst>
                      <a:ext uri="{FF2B5EF4-FFF2-40B4-BE49-F238E27FC236}">
                        <a16:creationId xmlns:a16="http://schemas.microsoft.com/office/drawing/2014/main" id="{DA3CA7A7-0543-4EC0-8391-C2367A3B4C12}"/>
                      </a:ext>
                    </a:extLst>
                  </p:cNvPr>
                  <p:cNvSpPr txBox="1">
                    <a:spLocks noChangeArrowheads="1"/>
                  </p:cNvSpPr>
                  <p:nvPr/>
                </p:nvSpPr>
                <p:spPr bwMode="auto">
                  <a:xfrm>
                    <a:off x="-633012" y="-693420"/>
                    <a:ext cx="937260" cy="3352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header</a:t>
                    </a:r>
                  </a:p>
                </p:txBody>
              </p:sp>
            </p:grpSp>
            <p:cxnSp>
              <p:nvCxnSpPr>
                <p:cNvPr id="17" name="Connector: Elbow 16">
                  <a:extLst>
                    <a:ext uri="{FF2B5EF4-FFF2-40B4-BE49-F238E27FC236}">
                      <a16:creationId xmlns:a16="http://schemas.microsoft.com/office/drawing/2014/main" id="{397CF4AE-8717-451F-B667-E62AA8A16D1A}"/>
                    </a:ext>
                  </a:extLst>
                </p:cNvPr>
                <p:cNvCxnSpPr/>
                <p:nvPr/>
              </p:nvCxnSpPr>
              <p:spPr>
                <a:xfrm>
                  <a:off x="598170" y="297180"/>
                  <a:ext cx="175260" cy="556260"/>
                </a:xfrm>
                <a:prstGeom prst="bentConnector3">
                  <a:avLst>
                    <a:gd name="adj1" fmla="val -2174"/>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0D938BC0-9CA3-4326-820A-B04E332417FD}"/>
                    </a:ext>
                  </a:extLst>
                </p:cNvPr>
                <p:cNvCxnSpPr/>
                <p:nvPr/>
              </p:nvCxnSpPr>
              <p:spPr>
                <a:xfrm>
                  <a:off x="305562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036B4769-1D29-4917-8702-5C48AF38E88A}"/>
                    </a:ext>
                  </a:extLst>
                </p:cNvPr>
                <p:cNvCxnSpPr/>
                <p:nvPr/>
              </p:nvCxnSpPr>
              <p:spPr>
                <a:xfrm>
                  <a:off x="4069080" y="594360"/>
                  <a:ext cx="0" cy="152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9E22DDE5-43B5-4EC3-B66F-98FB4694DEED}"/>
                    </a:ext>
                  </a:extLst>
                </p:cNvPr>
                <p:cNvCxnSpPr/>
                <p:nvPr/>
              </p:nvCxnSpPr>
              <p:spPr>
                <a:xfrm>
                  <a:off x="1059180" y="617220"/>
                  <a:ext cx="0" cy="137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9DF3E32C-FBE7-4FD9-BD1A-9831EE2F51BC}"/>
                    </a:ext>
                  </a:extLst>
                </p:cNvPr>
                <p:cNvCxnSpPr/>
                <p:nvPr/>
              </p:nvCxnSpPr>
              <p:spPr>
                <a:xfrm>
                  <a:off x="205740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2">
                  <a:extLst>
                    <a:ext uri="{FF2B5EF4-FFF2-40B4-BE49-F238E27FC236}">
                      <a16:creationId xmlns:a16="http://schemas.microsoft.com/office/drawing/2014/main" id="{3D695183-1117-4A23-844B-903B3EE098A3}"/>
                    </a:ext>
                  </a:extLst>
                </p:cNvPr>
                <p:cNvSpPr txBox="1">
                  <a:spLocks noChangeArrowheads="1"/>
                </p:cNvSpPr>
                <p:nvPr/>
              </p:nvSpPr>
              <p:spPr bwMode="auto">
                <a:xfrm>
                  <a:off x="0" y="1409700"/>
                  <a:ext cx="624840" cy="4343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Read Pointer</a:t>
                  </a:r>
                </a:p>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 </a:t>
                  </a:r>
                </a:p>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 </a:t>
                  </a:r>
                </a:p>
              </p:txBody>
            </p:sp>
            <p:sp>
              <p:nvSpPr>
                <p:cNvPr id="23" name="Text Box 2">
                  <a:extLst>
                    <a:ext uri="{FF2B5EF4-FFF2-40B4-BE49-F238E27FC236}">
                      <a16:creationId xmlns:a16="http://schemas.microsoft.com/office/drawing/2014/main" id="{D24A0D84-9550-45E1-9623-A3BBAFF54B92}"/>
                    </a:ext>
                  </a:extLst>
                </p:cNvPr>
                <p:cNvSpPr txBox="1">
                  <a:spLocks noChangeArrowheads="1"/>
                </p:cNvSpPr>
                <p:nvPr/>
              </p:nvSpPr>
              <p:spPr bwMode="auto">
                <a:xfrm>
                  <a:off x="4762500" y="1409700"/>
                  <a:ext cx="609600" cy="4343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Write Pointer</a:t>
                  </a:r>
                </a:p>
              </p:txBody>
            </p:sp>
            <p:cxnSp>
              <p:nvCxnSpPr>
                <p:cNvPr id="24" name="Connector: Elbow 23">
                  <a:extLst>
                    <a:ext uri="{FF2B5EF4-FFF2-40B4-BE49-F238E27FC236}">
                      <a16:creationId xmlns:a16="http://schemas.microsoft.com/office/drawing/2014/main" id="{962B42E1-8A89-4D84-8B62-1EFD952F3696}"/>
                    </a:ext>
                  </a:extLst>
                </p:cNvPr>
                <p:cNvCxnSpPr/>
                <p:nvPr/>
              </p:nvCxnSpPr>
              <p:spPr>
                <a:xfrm flipV="1">
                  <a:off x="320040" y="960120"/>
                  <a:ext cx="464820" cy="457200"/>
                </a:xfrm>
                <a:prstGeom prst="bentConnector3">
                  <a:avLst>
                    <a:gd name="adj1" fmla="val 820"/>
                  </a:avLst>
                </a:prstGeom>
                <a:ln>
                  <a:tailEnd type="triangle"/>
                </a:ln>
              </p:spPr>
              <p:style>
                <a:lnRef idx="1">
                  <a:schemeClr val="dk1"/>
                </a:lnRef>
                <a:fillRef idx="0">
                  <a:schemeClr val="dk1"/>
                </a:fillRef>
                <a:effectRef idx="0">
                  <a:schemeClr val="dk1"/>
                </a:effectRef>
                <a:fontRef idx="minor">
                  <a:schemeClr val="tx1"/>
                </a:fontRef>
              </p:style>
            </p:cxnSp>
            <p:cxnSp>
              <p:nvCxnSpPr>
                <p:cNvPr id="25" name="Connector: Elbow 24">
                  <a:extLst>
                    <a:ext uri="{FF2B5EF4-FFF2-40B4-BE49-F238E27FC236}">
                      <a16:creationId xmlns:a16="http://schemas.microsoft.com/office/drawing/2014/main" id="{F273EDFA-E83A-4857-A777-8F42B4FC6407}"/>
                    </a:ext>
                  </a:extLst>
                </p:cNvPr>
                <p:cNvCxnSpPr/>
                <p:nvPr/>
              </p:nvCxnSpPr>
              <p:spPr>
                <a:xfrm flipH="1" flipV="1">
                  <a:off x="4381500" y="1219200"/>
                  <a:ext cx="697230" cy="190500"/>
                </a:xfrm>
                <a:prstGeom prst="bentConnector3">
                  <a:avLst>
                    <a:gd name="adj1" fmla="val -361"/>
                  </a:avLst>
                </a:prstGeom>
                <a:ln>
                  <a:tailEnd type="triangle"/>
                </a:ln>
              </p:spPr>
              <p:style>
                <a:lnRef idx="1">
                  <a:schemeClr val="dk1"/>
                </a:lnRef>
                <a:fillRef idx="0">
                  <a:schemeClr val="dk1"/>
                </a:fillRef>
                <a:effectRef idx="0">
                  <a:schemeClr val="dk1"/>
                </a:effectRef>
                <a:fontRef idx="minor">
                  <a:schemeClr val="tx1"/>
                </a:fontRef>
              </p:style>
            </p:cxnSp>
          </p:grpSp>
        </p:grpSp>
        <p:grpSp>
          <p:nvGrpSpPr>
            <p:cNvPr id="51" name="Group 50">
              <a:extLst>
                <a:ext uri="{FF2B5EF4-FFF2-40B4-BE49-F238E27FC236}">
                  <a16:creationId xmlns:a16="http://schemas.microsoft.com/office/drawing/2014/main" id="{3E58B2A6-4923-414B-9AB8-F828E7026550}"/>
                </a:ext>
              </a:extLst>
            </p:cNvPr>
            <p:cNvGrpSpPr/>
            <p:nvPr/>
          </p:nvGrpSpPr>
          <p:grpSpPr>
            <a:xfrm>
              <a:off x="6180415" y="1389522"/>
              <a:ext cx="1744980" cy="810192"/>
              <a:chOff x="6538797" y="670851"/>
              <a:chExt cx="1744980" cy="810192"/>
            </a:xfrm>
          </p:grpSpPr>
          <p:sp>
            <p:nvSpPr>
              <p:cNvPr id="52" name="Text Box 2">
                <a:extLst>
                  <a:ext uri="{FF2B5EF4-FFF2-40B4-BE49-F238E27FC236}">
                    <a16:creationId xmlns:a16="http://schemas.microsoft.com/office/drawing/2014/main" id="{A613CBF7-E8A1-4EC1-B264-3CE241796087}"/>
                  </a:ext>
                </a:extLst>
              </p:cNvPr>
              <p:cNvSpPr txBox="1">
                <a:spLocks noChangeArrowheads="1"/>
              </p:cNvSpPr>
              <p:nvPr/>
            </p:nvSpPr>
            <p:spPr bwMode="auto">
              <a:xfrm>
                <a:off x="6538797" y="670851"/>
                <a:ext cx="1744980" cy="81019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filled with log</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empty</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with header</a:t>
                </a:r>
              </a:p>
            </p:txBody>
          </p:sp>
          <p:sp>
            <p:nvSpPr>
              <p:cNvPr id="53" name="Rectangle 52">
                <a:extLst>
                  <a:ext uri="{FF2B5EF4-FFF2-40B4-BE49-F238E27FC236}">
                    <a16:creationId xmlns:a16="http://schemas.microsoft.com/office/drawing/2014/main" id="{4AF3C0A5-9674-415A-9B9D-889544F3D3EB}"/>
                  </a:ext>
                </a:extLst>
              </p:cNvPr>
              <p:cNvSpPr/>
              <p:nvPr/>
            </p:nvSpPr>
            <p:spPr>
              <a:xfrm>
                <a:off x="7986597" y="724186"/>
                <a:ext cx="163830" cy="191119"/>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54" name="Rectangle 53">
                <a:extLst>
                  <a:ext uri="{FF2B5EF4-FFF2-40B4-BE49-F238E27FC236}">
                    <a16:creationId xmlns:a16="http://schemas.microsoft.com/office/drawing/2014/main" id="{94D29550-2FB2-4DD5-8FAE-4ABE27D6D86D}"/>
                  </a:ext>
                </a:extLst>
              </p:cNvPr>
              <p:cNvSpPr/>
              <p:nvPr/>
            </p:nvSpPr>
            <p:spPr>
              <a:xfrm>
                <a:off x="7994217" y="968641"/>
                <a:ext cx="164306" cy="19161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55" name="Rectangle 54">
                <a:extLst>
                  <a:ext uri="{FF2B5EF4-FFF2-40B4-BE49-F238E27FC236}">
                    <a16:creationId xmlns:a16="http://schemas.microsoft.com/office/drawing/2014/main" id="{8729615F-CF73-434A-91D5-1ABFBF69F18D}"/>
                  </a:ext>
                </a:extLst>
              </p:cNvPr>
              <p:cNvSpPr/>
              <p:nvPr/>
            </p:nvSpPr>
            <p:spPr>
              <a:xfrm>
                <a:off x="7994217" y="1213096"/>
                <a:ext cx="164306" cy="19161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sp>
        <p:nvSpPr>
          <p:cNvPr id="56" name="TextBox 55">
            <a:extLst>
              <a:ext uri="{FF2B5EF4-FFF2-40B4-BE49-F238E27FC236}">
                <a16:creationId xmlns:a16="http://schemas.microsoft.com/office/drawing/2014/main" id="{4D19F96F-3397-431D-802F-DF0B0C747867}"/>
              </a:ext>
            </a:extLst>
          </p:cNvPr>
          <p:cNvSpPr txBox="1"/>
          <p:nvPr/>
        </p:nvSpPr>
        <p:spPr>
          <a:xfrm>
            <a:off x="1141525" y="471314"/>
            <a:ext cx="6795172" cy="400110"/>
          </a:xfrm>
          <a:prstGeom prst="rect">
            <a:avLst/>
          </a:prstGeom>
          <a:noFill/>
        </p:spPr>
        <p:txBody>
          <a:bodyPr wrap="square" rtlCol="0">
            <a:spAutoFit/>
          </a:bodyPr>
          <a:lstStyle/>
          <a:p>
            <a:r>
              <a:rPr lang="en-IN" sz="2000" dirty="0">
                <a:latin typeface="+mj-lt"/>
              </a:rPr>
              <a:t>Initialization of a flash with already existing entries</a:t>
            </a:r>
          </a:p>
        </p:txBody>
      </p:sp>
      <p:sp>
        <p:nvSpPr>
          <p:cNvPr id="57" name="TextBox 56">
            <a:extLst>
              <a:ext uri="{FF2B5EF4-FFF2-40B4-BE49-F238E27FC236}">
                <a16:creationId xmlns:a16="http://schemas.microsoft.com/office/drawing/2014/main" id="{566D0052-751D-4584-AE15-B3882DFAB5BD}"/>
              </a:ext>
            </a:extLst>
          </p:cNvPr>
          <p:cNvSpPr txBox="1"/>
          <p:nvPr/>
        </p:nvSpPr>
        <p:spPr>
          <a:xfrm>
            <a:off x="913124" y="4409288"/>
            <a:ext cx="6350359" cy="923330"/>
          </a:xfrm>
          <a:prstGeom prst="rect">
            <a:avLst/>
          </a:prstGeom>
          <a:noFill/>
        </p:spPr>
        <p:txBody>
          <a:bodyPr wrap="square" rtlCol="0">
            <a:spAutoFit/>
          </a:bodyPr>
          <a:lstStyle/>
          <a:p>
            <a:r>
              <a:rPr lang="en-IN" dirty="0">
                <a:latin typeface="Calibri" panose="020F0502020204030204" pitchFamily="34" charset="0"/>
                <a:cs typeface="Calibri" panose="020F0502020204030204" pitchFamily="34" charset="0"/>
              </a:rPr>
              <a:t>If the flash already has block headers and entries written into it, then this information is used to formulate the position of the WP and the RP of the flash.</a:t>
            </a:r>
          </a:p>
        </p:txBody>
      </p:sp>
    </p:spTree>
    <p:extLst>
      <p:ext uri="{BB962C8B-B14F-4D97-AF65-F5344CB8AC3E}">
        <p14:creationId xmlns:p14="http://schemas.microsoft.com/office/powerpoint/2010/main" val="2357930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17AC9-6725-4B23-A2D2-099AEF475057}"/>
              </a:ext>
            </a:extLst>
          </p:cNvPr>
          <p:cNvSpPr>
            <a:spLocks noGrp="1"/>
          </p:cNvSpPr>
          <p:nvPr>
            <p:ph type="title"/>
          </p:nvPr>
        </p:nvSpPr>
        <p:spPr>
          <a:xfrm>
            <a:off x="457200" y="245562"/>
            <a:ext cx="8227800" cy="1143000"/>
          </a:xfrm>
        </p:spPr>
        <p:txBody>
          <a:bodyPr/>
          <a:lstStyle/>
          <a:p>
            <a:pPr algn="ctr"/>
            <a:r>
              <a:rPr lang="en-US" sz="2000" b="1" dirty="0">
                <a:effectLst/>
                <a:ea typeface="Calibri" panose="020F0502020204030204" pitchFamily="34" charset="0"/>
                <a:cs typeface="Calibri" panose="020F0502020204030204" pitchFamily="34" charset="0"/>
              </a:rPr>
              <a:t>READING A REQUEST</a:t>
            </a:r>
            <a:br>
              <a:rPr lang="en-US" sz="2000" b="1" dirty="0">
                <a:effectLst/>
                <a:latin typeface="Calibri" panose="020F0502020204030204" pitchFamily="34" charset="0"/>
                <a:ea typeface="Calibri" panose="020F0502020204030204" pitchFamily="34" charset="0"/>
                <a:cs typeface="Calibri" panose="020F0502020204030204" pitchFamily="34" charset="0"/>
              </a:rPr>
            </a:br>
            <a:endParaRPr lang="en-IN" sz="2000" dirty="0"/>
          </a:p>
        </p:txBody>
      </p:sp>
      <p:sp>
        <p:nvSpPr>
          <p:cNvPr id="3" name="Text Placeholder 2">
            <a:extLst>
              <a:ext uri="{FF2B5EF4-FFF2-40B4-BE49-F238E27FC236}">
                <a16:creationId xmlns:a16="http://schemas.microsoft.com/office/drawing/2014/main" id="{569EC95E-995E-4AD4-92D4-9A6FA73F8070}"/>
              </a:ext>
            </a:extLst>
          </p:cNvPr>
          <p:cNvSpPr>
            <a:spLocks noGrp="1"/>
          </p:cNvSpPr>
          <p:nvPr>
            <p:ph type="body"/>
          </p:nvPr>
        </p:nvSpPr>
        <p:spPr>
          <a:xfrm>
            <a:off x="366765" y="1162391"/>
            <a:ext cx="6375679" cy="1695109"/>
          </a:xfrm>
        </p:spPr>
        <p:txBody>
          <a:bodyPr/>
          <a:lstStyle/>
          <a:p>
            <a:pPr>
              <a:lnSpc>
                <a:spcPct val="106000"/>
              </a:lnSpc>
            </a:pPr>
            <a:endParaRPr lang="en-IN" sz="16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
        <p:nvSpPr>
          <p:cNvPr id="4" name="Title 1">
            <a:extLst>
              <a:ext uri="{FF2B5EF4-FFF2-40B4-BE49-F238E27FC236}">
                <a16:creationId xmlns:a16="http://schemas.microsoft.com/office/drawing/2014/main" id="{F1A59261-FD3E-4A9F-9E0F-B815B2AAEBC1}"/>
              </a:ext>
            </a:extLst>
          </p:cNvPr>
          <p:cNvSpPr txBox="1">
            <a:spLocks/>
          </p:cNvSpPr>
          <p:nvPr/>
        </p:nvSpPr>
        <p:spPr>
          <a:xfrm>
            <a:off x="457200" y="3756196"/>
            <a:ext cx="8227800" cy="1143000"/>
          </a:xfrm>
          <a:prstGeom prst="rect">
            <a:avLst/>
          </a:prstGeom>
        </p:spPr>
        <p:txBody>
          <a:bodyPr wrap="none"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b="1" dirty="0">
                <a:ea typeface="Calibri" panose="020F0502020204030204" pitchFamily="34" charset="0"/>
                <a:cs typeface="Calibri" panose="020F0502020204030204" pitchFamily="34" charset="0"/>
              </a:rPr>
              <a:t>WRITING A ENTRY</a:t>
            </a:r>
            <a:br>
              <a:rPr lang="en-US" sz="2000" b="1" dirty="0">
                <a:latin typeface="Calibri" panose="020F0502020204030204" pitchFamily="34" charset="0"/>
                <a:ea typeface="Calibri" panose="020F0502020204030204" pitchFamily="34" charset="0"/>
                <a:cs typeface="Calibri" panose="020F0502020204030204" pitchFamily="34" charset="0"/>
              </a:rPr>
            </a:br>
            <a:endParaRPr lang="en-IN" sz="2000" dirty="0"/>
          </a:p>
        </p:txBody>
      </p:sp>
      <p:sp>
        <p:nvSpPr>
          <p:cNvPr id="5" name="TextBox 4">
            <a:extLst>
              <a:ext uri="{FF2B5EF4-FFF2-40B4-BE49-F238E27FC236}">
                <a16:creationId xmlns:a16="http://schemas.microsoft.com/office/drawing/2014/main" id="{B326E889-3F24-4E36-BF1D-FD8F8097103C}"/>
              </a:ext>
            </a:extLst>
          </p:cNvPr>
          <p:cNvSpPr txBox="1"/>
          <p:nvPr/>
        </p:nvSpPr>
        <p:spPr>
          <a:xfrm>
            <a:off x="638640" y="4327696"/>
            <a:ext cx="8046360" cy="1939955"/>
          </a:xfrm>
          <a:prstGeom prst="rect">
            <a:avLst/>
          </a:prstGeom>
          <a:noFill/>
        </p:spPr>
        <p:txBody>
          <a:bodyPr wrap="square" rtlCol="0">
            <a:spAutoFit/>
          </a:bodyPr>
          <a:lstStyle/>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Mangal" panose="02040503050203030202" pitchFamily="18" charset="0"/>
              </a:rPr>
              <a:t>First calculate the CRC of the log and then append it to the log to be written.</a:t>
            </a:r>
          </a:p>
          <a:p>
            <a:pPr marL="342900" lvl="0" indent="-34290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Mangal" panose="02040503050203030202" pitchFamily="18" charset="0"/>
              </a:rPr>
              <a:t>Write the log in the location pointed to by the write pointer.</a:t>
            </a:r>
          </a:p>
          <a:p>
            <a:pPr marL="342900" lvl="0" indent="-34290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6000"/>
              </a:lnSpc>
              <a:spcAft>
                <a:spcPts val="800"/>
              </a:spcAft>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Mangal" panose="02040503050203030202" pitchFamily="18" charset="0"/>
              </a:rPr>
              <a:t>Update the write pointer.</a:t>
            </a:r>
            <a:endParaRPr lang="en-IN"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
        <p:nvSpPr>
          <p:cNvPr id="8" name="TextBox 7">
            <a:extLst>
              <a:ext uri="{FF2B5EF4-FFF2-40B4-BE49-F238E27FC236}">
                <a16:creationId xmlns:a16="http://schemas.microsoft.com/office/drawing/2014/main" id="{A2389FE8-6D37-4898-913C-3398B09CB109}"/>
              </a:ext>
            </a:extLst>
          </p:cNvPr>
          <p:cNvSpPr txBox="1"/>
          <p:nvPr/>
        </p:nvSpPr>
        <p:spPr>
          <a:xfrm>
            <a:off x="638640" y="746495"/>
            <a:ext cx="7586505" cy="3651769"/>
          </a:xfrm>
          <a:prstGeom prst="rect">
            <a:avLst/>
          </a:prstGeom>
          <a:noFill/>
        </p:spPr>
        <p:txBody>
          <a:bodyPr wrap="square" rtlCol="0">
            <a:spAutoFit/>
          </a:bodyPr>
          <a:lstStyle/>
          <a:p>
            <a:pPr marL="285750" indent="-285750">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Check if the request queue is empty or not.</a:t>
            </a:r>
          </a:p>
          <a:p>
            <a:pPr marL="285750" indent="-285750">
              <a:buFont typeface="Arial" panose="020B0604020202020204" pitchFamily="34" charset="0"/>
              <a:buChar char="•"/>
            </a:pPr>
            <a:endParaRPr lang="en-US"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If the queue is not empty check if the first element in the queue is a read or write request.</a:t>
            </a:r>
          </a:p>
          <a:p>
            <a:pPr marL="285750" indent="-28575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If the request is a read request, then switch the super SM state to READ_LOG.</a:t>
            </a:r>
          </a:p>
          <a:p>
            <a:pPr marL="285750" indent="-28575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06000"/>
              </a:lnSpc>
              <a:spcAft>
                <a:spcPts val="800"/>
              </a:spcAft>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If the request is a read request, then switch the super SM state to WRITE_LOG</a:t>
            </a:r>
            <a:r>
              <a:rPr lang="en-US" dirty="0">
                <a:effectLst/>
                <a:latin typeface="Calibri" panose="020F0502020204030204" pitchFamily="34" charset="0"/>
                <a:ea typeface="Calibri" panose="020F0502020204030204" pitchFamily="34" charset="0"/>
                <a:cs typeface="Mangal" panose="02040503050203030202" pitchFamily="18" charset="0"/>
              </a:rPr>
              <a:t>.</a:t>
            </a:r>
            <a:endParaRPr lang="en-IN" dirty="0">
              <a:effectLst/>
              <a:latin typeface="Calibri" panose="020F0502020204030204" pitchFamily="34" charset="0"/>
              <a:ea typeface="Calibri" panose="020F0502020204030204" pitchFamily="34" charset="0"/>
              <a:cs typeface="Mangal" panose="02040503050203030202" pitchFamily="18" charset="0"/>
            </a:endParaRPr>
          </a:p>
          <a:p>
            <a:endParaRPr lang="en-US" sz="18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62854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D194A549-BB69-44ED-8178-ADB1D9F27C51}"/>
              </a:ext>
            </a:extLst>
          </p:cNvPr>
          <p:cNvSpPr txBox="1"/>
          <p:nvPr/>
        </p:nvSpPr>
        <p:spPr>
          <a:xfrm>
            <a:off x="1739162" y="422338"/>
            <a:ext cx="5938576" cy="400110"/>
          </a:xfrm>
          <a:prstGeom prst="rect">
            <a:avLst/>
          </a:prstGeom>
          <a:noFill/>
        </p:spPr>
        <p:txBody>
          <a:bodyPr wrap="square" rtlCol="0">
            <a:spAutoFit/>
          </a:bodyPr>
          <a:lstStyle/>
          <a:p>
            <a:pPr algn="ctr"/>
            <a:r>
              <a:rPr lang="en-IN" sz="2000" dirty="0">
                <a:latin typeface="+mj-lt"/>
              </a:rPr>
              <a:t>Writing a Log Entry</a:t>
            </a:r>
          </a:p>
        </p:txBody>
      </p:sp>
      <p:grpSp>
        <p:nvGrpSpPr>
          <p:cNvPr id="53" name="Group 52">
            <a:extLst>
              <a:ext uri="{FF2B5EF4-FFF2-40B4-BE49-F238E27FC236}">
                <a16:creationId xmlns:a16="http://schemas.microsoft.com/office/drawing/2014/main" id="{E0A1B421-3078-4738-8235-C7BC984A7AF0}"/>
              </a:ext>
            </a:extLst>
          </p:cNvPr>
          <p:cNvGrpSpPr/>
          <p:nvPr/>
        </p:nvGrpSpPr>
        <p:grpSpPr>
          <a:xfrm>
            <a:off x="3289910" y="942984"/>
            <a:ext cx="3512798" cy="5461016"/>
            <a:chOff x="3289910" y="942984"/>
            <a:chExt cx="3512798" cy="5461016"/>
          </a:xfrm>
        </p:grpSpPr>
        <p:grpSp>
          <p:nvGrpSpPr>
            <p:cNvPr id="50" name="Group 49">
              <a:extLst>
                <a:ext uri="{FF2B5EF4-FFF2-40B4-BE49-F238E27FC236}">
                  <a16:creationId xmlns:a16="http://schemas.microsoft.com/office/drawing/2014/main" id="{73421B57-CA62-40FA-97D8-AED59BAEEC4C}"/>
                </a:ext>
              </a:extLst>
            </p:cNvPr>
            <p:cNvGrpSpPr/>
            <p:nvPr/>
          </p:nvGrpSpPr>
          <p:grpSpPr>
            <a:xfrm>
              <a:off x="3289910" y="942984"/>
              <a:ext cx="3512798" cy="5461016"/>
              <a:chOff x="3802376" y="974646"/>
              <a:chExt cx="3512798" cy="5461016"/>
            </a:xfrm>
          </p:grpSpPr>
          <p:grpSp>
            <p:nvGrpSpPr>
              <p:cNvPr id="4" name="Group 3">
                <a:extLst>
                  <a:ext uri="{FF2B5EF4-FFF2-40B4-BE49-F238E27FC236}">
                    <a16:creationId xmlns:a16="http://schemas.microsoft.com/office/drawing/2014/main" id="{EB9CD683-0C77-4888-A9A6-0654BD94F3C4}"/>
                  </a:ext>
                </a:extLst>
              </p:cNvPr>
              <p:cNvGrpSpPr/>
              <p:nvPr/>
            </p:nvGrpSpPr>
            <p:grpSpPr>
              <a:xfrm>
                <a:off x="3802376" y="974646"/>
                <a:ext cx="3512798" cy="5461016"/>
                <a:chOff x="3963150" y="812517"/>
                <a:chExt cx="3512798" cy="5461016"/>
              </a:xfrm>
            </p:grpSpPr>
            <p:grpSp>
              <p:nvGrpSpPr>
                <p:cNvPr id="5" name="Group 4">
                  <a:extLst>
                    <a:ext uri="{FF2B5EF4-FFF2-40B4-BE49-F238E27FC236}">
                      <a16:creationId xmlns:a16="http://schemas.microsoft.com/office/drawing/2014/main" id="{F4C899CA-9FF0-41E9-A275-569F1BDAF828}"/>
                    </a:ext>
                  </a:extLst>
                </p:cNvPr>
                <p:cNvGrpSpPr/>
                <p:nvPr/>
              </p:nvGrpSpPr>
              <p:grpSpPr>
                <a:xfrm>
                  <a:off x="3963150" y="812517"/>
                  <a:ext cx="3512798" cy="5392876"/>
                  <a:chOff x="3229620" y="746518"/>
                  <a:chExt cx="3512798" cy="5392876"/>
                </a:xfrm>
              </p:grpSpPr>
              <p:sp>
                <p:nvSpPr>
                  <p:cNvPr id="9" name="Oval 8">
                    <a:extLst>
                      <a:ext uri="{FF2B5EF4-FFF2-40B4-BE49-F238E27FC236}">
                        <a16:creationId xmlns:a16="http://schemas.microsoft.com/office/drawing/2014/main" id="{2ECCA67A-36D8-4F54-B5E7-31DEC66681AA}"/>
                      </a:ext>
                    </a:extLst>
                  </p:cNvPr>
                  <p:cNvSpPr/>
                  <p:nvPr/>
                </p:nvSpPr>
                <p:spPr>
                  <a:xfrm>
                    <a:off x="3451859" y="746518"/>
                    <a:ext cx="1120140" cy="400050"/>
                  </a:xfrm>
                  <a:prstGeom prst="ellipse">
                    <a:avLst/>
                  </a:prstGeom>
                  <a:solidFill>
                    <a:srgbClr val="FA4B2E"/>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dirty="0">
                        <a:ln>
                          <a:noFill/>
                        </a:ln>
                        <a:solidFill>
                          <a:schemeClr val="tx1"/>
                        </a:solidFill>
                        <a:effectLst/>
                        <a:ea typeface="Calibri" panose="020F0502020204030204" pitchFamily="34" charset="0"/>
                        <a:cs typeface="Times New Roman" panose="02020603050405020304" pitchFamily="18" charset="0"/>
                      </a:rPr>
                      <a:t>Start</a:t>
                    </a:r>
                    <a:endParaRPr lang="en-IN" sz="1100" dirty="0">
                      <a:solidFill>
                        <a:schemeClr val="tx1"/>
                      </a:solidFill>
                      <a:effectLst/>
                      <a:ea typeface="Calibri" panose="020F0502020204030204" pitchFamily="34" charset="0"/>
                      <a:cs typeface="Times New Roman" panose="02020603050405020304" pitchFamily="18" charset="0"/>
                    </a:endParaRPr>
                  </a:p>
                </p:txBody>
              </p:sp>
              <p:sp>
                <p:nvSpPr>
                  <p:cNvPr id="10" name="Oval 58">
                    <a:extLst>
                      <a:ext uri="{FF2B5EF4-FFF2-40B4-BE49-F238E27FC236}">
                        <a16:creationId xmlns:a16="http://schemas.microsoft.com/office/drawing/2014/main" id="{31846DEF-B274-4C71-AB6C-CACC4BDCC207}"/>
                      </a:ext>
                    </a:extLst>
                  </p:cNvPr>
                  <p:cNvSpPr>
                    <a:spLocks noChangeArrowheads="1"/>
                  </p:cNvSpPr>
                  <p:nvPr/>
                </p:nvSpPr>
                <p:spPr bwMode="auto">
                  <a:xfrm>
                    <a:off x="3451223" y="5710769"/>
                    <a:ext cx="1120775" cy="428625"/>
                  </a:xfrm>
                  <a:prstGeom prst="ellipse">
                    <a:avLst/>
                  </a:prstGeom>
                  <a:solidFill>
                    <a:srgbClr val="FA4B2E"/>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End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62">
                    <a:extLst>
                      <a:ext uri="{FF2B5EF4-FFF2-40B4-BE49-F238E27FC236}">
                        <a16:creationId xmlns:a16="http://schemas.microsoft.com/office/drawing/2014/main" id="{E638DF66-7F16-4EBB-A6E4-F5002682C7A3}"/>
                      </a:ext>
                    </a:extLst>
                  </p:cNvPr>
                  <p:cNvSpPr>
                    <a:spLocks noChangeArrowheads="1"/>
                  </p:cNvSpPr>
                  <p:nvPr/>
                </p:nvSpPr>
                <p:spPr bwMode="auto">
                  <a:xfrm>
                    <a:off x="3360243" y="1412931"/>
                    <a:ext cx="1302732" cy="790004"/>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Calculate CRC of log to be written and append it to the block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62">
                    <a:extLst>
                      <a:ext uri="{FF2B5EF4-FFF2-40B4-BE49-F238E27FC236}">
                        <a16:creationId xmlns:a16="http://schemas.microsoft.com/office/drawing/2014/main" id="{8400F368-6166-4FFA-81DB-E1602EEF77CC}"/>
                      </a:ext>
                    </a:extLst>
                  </p:cNvPr>
                  <p:cNvSpPr>
                    <a:spLocks noChangeArrowheads="1"/>
                  </p:cNvSpPr>
                  <p:nvPr/>
                </p:nvSpPr>
                <p:spPr bwMode="auto">
                  <a:xfrm>
                    <a:off x="3360243" y="3498736"/>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Add entry size to the WP</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Diamond 61">
                    <a:extLst>
                      <a:ext uri="{FF2B5EF4-FFF2-40B4-BE49-F238E27FC236}">
                        <a16:creationId xmlns:a16="http://schemas.microsoft.com/office/drawing/2014/main" id="{D6C2BB48-A0CB-480E-AE67-AB09FC59D30C}"/>
                      </a:ext>
                    </a:extLst>
                  </p:cNvPr>
                  <p:cNvSpPr>
                    <a:spLocks noChangeArrowheads="1"/>
                  </p:cNvSpPr>
                  <p:nvPr/>
                </p:nvSpPr>
                <p:spPr bwMode="auto">
                  <a:xfrm>
                    <a:off x="3229620" y="4390447"/>
                    <a:ext cx="1563979" cy="864785"/>
                  </a:xfrm>
                  <a:prstGeom prst="diamond">
                    <a:avLst/>
                  </a:prstGeom>
                  <a:solidFill>
                    <a:srgbClr val="8EAADB"/>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Is WP impeding onto next block?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26" name="Straight Arrow Connector 25">
                    <a:extLst>
                      <a:ext uri="{FF2B5EF4-FFF2-40B4-BE49-F238E27FC236}">
                        <a16:creationId xmlns:a16="http://schemas.microsoft.com/office/drawing/2014/main" id="{E4423F81-839B-46F9-B01F-82BE6B1CF943}"/>
                      </a:ext>
                    </a:extLst>
                  </p:cNvPr>
                  <p:cNvCxnSpPr>
                    <a:cxnSpLocks/>
                    <a:stCxn id="14" idx="2"/>
                    <a:endCxn id="15" idx="0"/>
                  </p:cNvCxnSpPr>
                  <p:nvPr/>
                </p:nvCxnSpPr>
                <p:spPr>
                  <a:xfrm>
                    <a:off x="4011609" y="4063643"/>
                    <a:ext cx="1" cy="3268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Rectangle 62">
                    <a:extLst>
                      <a:ext uri="{FF2B5EF4-FFF2-40B4-BE49-F238E27FC236}">
                        <a16:creationId xmlns:a16="http://schemas.microsoft.com/office/drawing/2014/main" id="{DADB19B1-D657-424F-8CA3-154B8EA09926}"/>
                      </a:ext>
                    </a:extLst>
                  </p:cNvPr>
                  <p:cNvSpPr>
                    <a:spLocks noChangeArrowheads="1"/>
                  </p:cNvSpPr>
                  <p:nvPr/>
                </p:nvSpPr>
                <p:spPr bwMode="auto">
                  <a:xfrm>
                    <a:off x="5439686" y="4540385"/>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Erase next block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29" name="Straight Arrow Connector 28">
                    <a:extLst>
                      <a:ext uri="{FF2B5EF4-FFF2-40B4-BE49-F238E27FC236}">
                        <a16:creationId xmlns:a16="http://schemas.microsoft.com/office/drawing/2014/main" id="{358FA39C-67F8-4650-B240-3A85B3B6810F}"/>
                      </a:ext>
                    </a:extLst>
                  </p:cNvPr>
                  <p:cNvCxnSpPr>
                    <a:cxnSpLocks/>
                    <a:stCxn id="15" idx="2"/>
                    <a:endCxn id="10" idx="0"/>
                  </p:cNvCxnSpPr>
                  <p:nvPr/>
                </p:nvCxnSpPr>
                <p:spPr>
                  <a:xfrm>
                    <a:off x="4011610" y="5255232"/>
                    <a:ext cx="1" cy="4555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6A3F6A48-A8C8-47D7-B9C3-ED0F2B7F5A3A}"/>
                      </a:ext>
                    </a:extLst>
                  </p:cNvPr>
                  <p:cNvCxnSpPr>
                    <a:cxnSpLocks/>
                    <a:stCxn id="15" idx="3"/>
                    <a:endCxn id="27" idx="1"/>
                  </p:cNvCxnSpPr>
                  <p:nvPr/>
                </p:nvCxnSpPr>
                <p:spPr>
                  <a:xfrm flipV="1">
                    <a:off x="4793599" y="4822839"/>
                    <a:ext cx="64608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6" name="Rectangle 62">
                  <a:extLst>
                    <a:ext uri="{FF2B5EF4-FFF2-40B4-BE49-F238E27FC236}">
                      <a16:creationId xmlns:a16="http://schemas.microsoft.com/office/drawing/2014/main" id="{FBC23E6C-017A-45E8-8F5E-297EC41008CA}"/>
                    </a:ext>
                  </a:extLst>
                </p:cNvPr>
                <p:cNvSpPr>
                  <a:spLocks noChangeArrowheads="1"/>
                </p:cNvSpPr>
                <p:nvPr/>
              </p:nvSpPr>
              <p:spPr bwMode="auto">
                <a:xfrm>
                  <a:off x="6173216" y="5708626"/>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Set WP to next block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7" name="Straight Arrow Connector 6">
                  <a:extLst>
                    <a:ext uri="{FF2B5EF4-FFF2-40B4-BE49-F238E27FC236}">
                      <a16:creationId xmlns:a16="http://schemas.microsoft.com/office/drawing/2014/main" id="{0D3D247E-010D-45FB-AC77-912D57504CBE}"/>
                    </a:ext>
                  </a:extLst>
                </p:cNvPr>
                <p:cNvCxnSpPr>
                  <a:cxnSpLocks/>
                  <a:stCxn id="27" idx="2"/>
                  <a:endCxn id="6" idx="0"/>
                </p:cNvCxnSpPr>
                <p:nvPr/>
              </p:nvCxnSpPr>
              <p:spPr>
                <a:xfrm>
                  <a:off x="6824582" y="5171291"/>
                  <a:ext cx="0" cy="5373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1076E595-F5BD-43CF-9228-9758167B8D57}"/>
                    </a:ext>
                  </a:extLst>
                </p:cNvPr>
                <p:cNvCxnSpPr>
                  <a:cxnSpLocks/>
                  <a:stCxn id="6" idx="1"/>
                  <a:endCxn id="10" idx="6"/>
                </p:cNvCxnSpPr>
                <p:nvPr/>
              </p:nvCxnSpPr>
              <p:spPr>
                <a:xfrm flipH="1">
                  <a:off x="5305528" y="5991080"/>
                  <a:ext cx="86768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8" name="Rectangle 62">
                <a:extLst>
                  <a:ext uri="{FF2B5EF4-FFF2-40B4-BE49-F238E27FC236}">
                    <a16:creationId xmlns:a16="http://schemas.microsoft.com/office/drawing/2014/main" id="{ED939566-001D-4736-87AD-FAB30B0BACE8}"/>
                  </a:ext>
                </a:extLst>
              </p:cNvPr>
              <p:cNvSpPr>
                <a:spLocks noChangeArrowheads="1"/>
              </p:cNvSpPr>
              <p:nvPr/>
            </p:nvSpPr>
            <p:spPr bwMode="auto">
              <a:xfrm>
                <a:off x="3932999" y="2774561"/>
                <a:ext cx="1302732"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Write the entry to the location pointed to by WP</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40" name="Straight Arrow Connector 39">
                <a:extLst>
                  <a:ext uri="{FF2B5EF4-FFF2-40B4-BE49-F238E27FC236}">
                    <a16:creationId xmlns:a16="http://schemas.microsoft.com/office/drawing/2014/main" id="{FF19884B-F02D-4518-8732-A66884646D91}"/>
                  </a:ext>
                </a:extLst>
              </p:cNvPr>
              <p:cNvCxnSpPr>
                <a:cxnSpLocks/>
                <a:stCxn id="9" idx="4"/>
                <a:endCxn id="13" idx="0"/>
              </p:cNvCxnSpPr>
              <p:nvPr/>
            </p:nvCxnSpPr>
            <p:spPr>
              <a:xfrm flipH="1">
                <a:off x="4584365" y="1374696"/>
                <a:ext cx="320" cy="2663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A4681474-3140-4330-8BF6-D392B2D8FE5F}"/>
                  </a:ext>
                </a:extLst>
              </p:cNvPr>
              <p:cNvCxnSpPr>
                <a:stCxn id="13" idx="2"/>
                <a:endCxn id="38" idx="0"/>
              </p:cNvCxnSpPr>
              <p:nvPr/>
            </p:nvCxnSpPr>
            <p:spPr>
              <a:xfrm>
                <a:off x="4584365" y="2431063"/>
                <a:ext cx="0" cy="343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73383CBA-6B66-46E3-B5A6-DA70DC0121D0}"/>
                  </a:ext>
                </a:extLst>
              </p:cNvPr>
              <p:cNvCxnSpPr>
                <a:stCxn id="38" idx="2"/>
                <a:endCxn id="14" idx="0"/>
              </p:cNvCxnSpPr>
              <p:nvPr/>
            </p:nvCxnSpPr>
            <p:spPr>
              <a:xfrm>
                <a:off x="4584365" y="3339468"/>
                <a:ext cx="0" cy="387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51" name="TextBox 50">
              <a:extLst>
                <a:ext uri="{FF2B5EF4-FFF2-40B4-BE49-F238E27FC236}">
                  <a16:creationId xmlns:a16="http://schemas.microsoft.com/office/drawing/2014/main" id="{5D3EFD30-D81E-463A-8CD8-AA78722D9C46}"/>
                </a:ext>
              </a:extLst>
            </p:cNvPr>
            <p:cNvSpPr txBox="1"/>
            <p:nvPr/>
          </p:nvSpPr>
          <p:spPr>
            <a:xfrm>
              <a:off x="4959738" y="4791805"/>
              <a:ext cx="432077" cy="276999"/>
            </a:xfrm>
            <a:prstGeom prst="rect">
              <a:avLst/>
            </a:prstGeom>
            <a:noFill/>
          </p:spPr>
          <p:txBody>
            <a:bodyPr wrap="square" rtlCol="0">
              <a:spAutoFit/>
            </a:bodyPr>
            <a:lstStyle/>
            <a:p>
              <a:r>
                <a:rPr lang="en-IN" sz="1200" dirty="0">
                  <a:latin typeface="Calibri" panose="020F0502020204030204" pitchFamily="34" charset="0"/>
                  <a:cs typeface="Calibri" panose="020F0502020204030204" pitchFamily="34" charset="0"/>
                </a:rPr>
                <a:t>Yes</a:t>
              </a:r>
            </a:p>
          </p:txBody>
        </p:sp>
        <p:sp>
          <p:nvSpPr>
            <p:cNvPr id="52" name="TextBox 51">
              <a:extLst>
                <a:ext uri="{FF2B5EF4-FFF2-40B4-BE49-F238E27FC236}">
                  <a16:creationId xmlns:a16="http://schemas.microsoft.com/office/drawing/2014/main" id="{BFAA85CF-CFAE-4949-A640-ABC0D2838EB2}"/>
                </a:ext>
              </a:extLst>
            </p:cNvPr>
            <p:cNvSpPr txBox="1"/>
            <p:nvPr/>
          </p:nvSpPr>
          <p:spPr>
            <a:xfrm>
              <a:off x="4030817" y="5539216"/>
              <a:ext cx="432077" cy="276999"/>
            </a:xfrm>
            <a:prstGeom prst="rect">
              <a:avLst/>
            </a:prstGeom>
            <a:noFill/>
          </p:spPr>
          <p:txBody>
            <a:bodyPr wrap="square" rtlCol="0">
              <a:spAutoFit/>
            </a:bodyPr>
            <a:lstStyle/>
            <a:p>
              <a:r>
                <a:rPr lang="en-IN" sz="1200" dirty="0">
                  <a:latin typeface="Calibri" panose="020F0502020204030204" pitchFamily="34" charset="0"/>
                  <a:cs typeface="Calibri" panose="020F0502020204030204" pitchFamily="34" charset="0"/>
                </a:rPr>
                <a:t>No</a:t>
              </a:r>
            </a:p>
          </p:txBody>
        </p:sp>
      </p:grpSp>
    </p:spTree>
    <p:extLst>
      <p:ext uri="{BB962C8B-B14F-4D97-AF65-F5344CB8AC3E}">
        <p14:creationId xmlns:p14="http://schemas.microsoft.com/office/powerpoint/2010/main" val="256678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5920D12-8EB6-4385-A6B1-54BDBAFB0A9C}"/>
              </a:ext>
            </a:extLst>
          </p:cNvPr>
          <p:cNvGrpSpPr/>
          <p:nvPr/>
        </p:nvGrpSpPr>
        <p:grpSpPr>
          <a:xfrm>
            <a:off x="0" y="1170213"/>
            <a:ext cx="6189785" cy="5240635"/>
            <a:chOff x="1127760" y="444523"/>
            <a:chExt cx="6781443" cy="6024827"/>
          </a:xfrm>
        </p:grpSpPr>
        <p:grpSp>
          <p:nvGrpSpPr>
            <p:cNvPr id="108" name="Group 107">
              <a:extLst>
                <a:ext uri="{FF2B5EF4-FFF2-40B4-BE49-F238E27FC236}">
                  <a16:creationId xmlns:a16="http://schemas.microsoft.com/office/drawing/2014/main" id="{FAA60D25-2ADD-4308-85BE-C79D05E18AAA}"/>
                </a:ext>
              </a:extLst>
            </p:cNvPr>
            <p:cNvGrpSpPr/>
            <p:nvPr/>
          </p:nvGrpSpPr>
          <p:grpSpPr>
            <a:xfrm>
              <a:off x="1127760" y="869423"/>
              <a:ext cx="5925145" cy="5599927"/>
              <a:chOff x="1127760" y="869423"/>
              <a:chExt cx="5925145" cy="5599927"/>
            </a:xfrm>
          </p:grpSpPr>
          <p:grpSp>
            <p:nvGrpSpPr>
              <p:cNvPr id="5" name="Group 4">
                <a:extLst>
                  <a:ext uri="{FF2B5EF4-FFF2-40B4-BE49-F238E27FC236}">
                    <a16:creationId xmlns:a16="http://schemas.microsoft.com/office/drawing/2014/main" id="{E98DCDB6-3BE5-46D1-AF27-E1FCFAACC425}"/>
                  </a:ext>
                </a:extLst>
              </p:cNvPr>
              <p:cNvGrpSpPr/>
              <p:nvPr/>
            </p:nvGrpSpPr>
            <p:grpSpPr>
              <a:xfrm>
                <a:off x="1261110" y="869423"/>
                <a:ext cx="5791795" cy="2248993"/>
                <a:chOff x="0" y="327660"/>
                <a:chExt cx="5372100" cy="1699260"/>
              </a:xfrm>
            </p:grpSpPr>
            <p:sp>
              <p:nvSpPr>
                <p:cNvPr id="9" name="Text Box 2">
                  <a:extLst>
                    <a:ext uri="{FF2B5EF4-FFF2-40B4-BE49-F238E27FC236}">
                      <a16:creationId xmlns:a16="http://schemas.microsoft.com/office/drawing/2014/main" id="{EB0B606D-A31D-49B6-9BB4-76C1F6111CF1}"/>
                    </a:ext>
                  </a:extLst>
                </p:cNvPr>
                <p:cNvSpPr txBox="1">
                  <a:spLocks noChangeArrowheads="1"/>
                </p:cNvSpPr>
                <p:nvPr/>
              </p:nvSpPr>
              <p:spPr bwMode="auto">
                <a:xfrm>
                  <a:off x="784860" y="35814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0</a:t>
                  </a:r>
                </a:p>
              </p:txBody>
            </p:sp>
            <p:sp>
              <p:nvSpPr>
                <p:cNvPr id="10" name="Text Box 2">
                  <a:extLst>
                    <a:ext uri="{FF2B5EF4-FFF2-40B4-BE49-F238E27FC236}">
                      <a16:creationId xmlns:a16="http://schemas.microsoft.com/office/drawing/2014/main" id="{9085C4DF-9D95-49C8-A266-8E18920DCF7B}"/>
                    </a:ext>
                  </a:extLst>
                </p:cNvPr>
                <p:cNvSpPr txBox="1">
                  <a:spLocks noChangeArrowheads="1"/>
                </p:cNvSpPr>
                <p:nvPr/>
              </p:nvSpPr>
              <p:spPr bwMode="auto">
                <a:xfrm>
                  <a:off x="2788920" y="34290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2</a:t>
                  </a:r>
                </a:p>
              </p:txBody>
            </p:sp>
            <p:sp>
              <p:nvSpPr>
                <p:cNvPr id="11" name="Text Box 2">
                  <a:extLst>
                    <a:ext uri="{FF2B5EF4-FFF2-40B4-BE49-F238E27FC236}">
                      <a16:creationId xmlns:a16="http://schemas.microsoft.com/office/drawing/2014/main" id="{469E632F-FB25-4388-AF6E-F28E515F0F54}"/>
                    </a:ext>
                  </a:extLst>
                </p:cNvPr>
                <p:cNvSpPr txBox="1">
                  <a:spLocks noChangeArrowheads="1"/>
                </p:cNvSpPr>
                <p:nvPr/>
              </p:nvSpPr>
              <p:spPr bwMode="auto">
                <a:xfrm>
                  <a:off x="3787140" y="32766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3</a:t>
                  </a:r>
                </a:p>
              </p:txBody>
            </p:sp>
            <p:sp>
              <p:nvSpPr>
                <p:cNvPr id="12" name="Text Box 2">
                  <a:extLst>
                    <a:ext uri="{FF2B5EF4-FFF2-40B4-BE49-F238E27FC236}">
                      <a16:creationId xmlns:a16="http://schemas.microsoft.com/office/drawing/2014/main" id="{3FB506A6-69A9-4DA8-939F-80EFEE2D1E63}"/>
                    </a:ext>
                  </a:extLst>
                </p:cNvPr>
                <p:cNvSpPr txBox="1">
                  <a:spLocks noChangeArrowheads="1"/>
                </p:cNvSpPr>
                <p:nvPr/>
              </p:nvSpPr>
              <p:spPr bwMode="auto">
                <a:xfrm>
                  <a:off x="1783080" y="34290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1</a:t>
                  </a:r>
                </a:p>
              </p:txBody>
            </p:sp>
            <p:grpSp>
              <p:nvGrpSpPr>
                <p:cNvPr id="13" name="Group 12">
                  <a:extLst>
                    <a:ext uri="{FF2B5EF4-FFF2-40B4-BE49-F238E27FC236}">
                      <a16:creationId xmlns:a16="http://schemas.microsoft.com/office/drawing/2014/main" id="{B48A1AA2-7784-43D2-B46B-441183D62B08}"/>
                    </a:ext>
                  </a:extLst>
                </p:cNvPr>
                <p:cNvGrpSpPr/>
                <p:nvPr/>
              </p:nvGrpSpPr>
              <p:grpSpPr>
                <a:xfrm>
                  <a:off x="0" y="594360"/>
                  <a:ext cx="5372100" cy="1432560"/>
                  <a:chOff x="0" y="594360"/>
                  <a:chExt cx="5372100" cy="1432560"/>
                </a:xfrm>
              </p:grpSpPr>
              <p:grpSp>
                <p:nvGrpSpPr>
                  <p:cNvPr id="14" name="Group 13">
                    <a:extLst>
                      <a:ext uri="{FF2B5EF4-FFF2-40B4-BE49-F238E27FC236}">
                        <a16:creationId xmlns:a16="http://schemas.microsoft.com/office/drawing/2014/main" id="{C9D2B373-0E59-41AB-A617-B6B35CB4AA97}"/>
                      </a:ext>
                    </a:extLst>
                  </p:cNvPr>
                  <p:cNvGrpSpPr/>
                  <p:nvPr/>
                </p:nvGrpSpPr>
                <p:grpSpPr>
                  <a:xfrm>
                    <a:off x="762000" y="746760"/>
                    <a:ext cx="3627120" cy="1280160"/>
                    <a:chOff x="0" y="91440"/>
                    <a:chExt cx="3627120" cy="1280160"/>
                  </a:xfrm>
                </p:grpSpPr>
                <p:grpSp>
                  <p:nvGrpSpPr>
                    <p:cNvPr id="24" name="Group 23">
                      <a:extLst>
                        <a:ext uri="{FF2B5EF4-FFF2-40B4-BE49-F238E27FC236}">
                          <a16:creationId xmlns:a16="http://schemas.microsoft.com/office/drawing/2014/main" id="{0F18CCE0-59CD-415A-9BFA-6CC6696FF2E1}"/>
                        </a:ext>
                      </a:extLst>
                    </p:cNvPr>
                    <p:cNvGrpSpPr/>
                    <p:nvPr/>
                  </p:nvGrpSpPr>
                  <p:grpSpPr>
                    <a:xfrm>
                      <a:off x="7620" y="91440"/>
                      <a:ext cx="617220" cy="929640"/>
                      <a:chOff x="0" y="0"/>
                      <a:chExt cx="617220" cy="929640"/>
                    </a:xfrm>
                  </p:grpSpPr>
                  <p:sp>
                    <p:nvSpPr>
                      <p:cNvPr id="45" name="Rectangle 44">
                        <a:extLst>
                          <a:ext uri="{FF2B5EF4-FFF2-40B4-BE49-F238E27FC236}">
                            <a16:creationId xmlns:a16="http://schemas.microsoft.com/office/drawing/2014/main" id="{22C2C5FE-40A0-4747-ACFD-56A2CC90262E}"/>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IN" sz="500">
                            <a:effectLst/>
                            <a:ea typeface="Calibri" panose="020F0502020204030204" pitchFamily="34" charset="0"/>
                            <a:cs typeface="Mangal" panose="02040503050203030202" pitchFamily="18" charset="0"/>
                          </a:rPr>
                          <a:t> </a:t>
                        </a:r>
                        <a:endParaRPr lang="en-IN" sz="1100">
                          <a:effectLst/>
                          <a:ea typeface="Calibri" panose="020F0502020204030204" pitchFamily="34" charset="0"/>
                          <a:cs typeface="Mangal" panose="02040503050203030202" pitchFamily="18" charset="0"/>
                        </a:endParaRPr>
                      </a:p>
                    </p:txBody>
                  </p:sp>
                  <p:sp>
                    <p:nvSpPr>
                      <p:cNvPr id="46" name="Rectangle 45">
                        <a:extLst>
                          <a:ext uri="{FF2B5EF4-FFF2-40B4-BE49-F238E27FC236}">
                            <a16:creationId xmlns:a16="http://schemas.microsoft.com/office/drawing/2014/main" id="{D7356D20-A32C-4DA4-A851-EE853D52F84E}"/>
                          </a:ext>
                        </a:extLst>
                      </p:cNvPr>
                      <p:cNvSpPr/>
                      <p:nvPr/>
                    </p:nvSpPr>
                    <p:spPr>
                      <a:xfrm>
                        <a:off x="0" y="182880"/>
                        <a:ext cx="617220" cy="281940"/>
                      </a:xfrm>
                      <a:prstGeom prst="rect">
                        <a:avLst/>
                      </a:prstGeom>
                      <a:solidFill>
                        <a:schemeClr val="accent3"/>
                      </a:solidFill>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47" name="Rectangle 46">
                        <a:extLst>
                          <a:ext uri="{FF2B5EF4-FFF2-40B4-BE49-F238E27FC236}">
                            <a16:creationId xmlns:a16="http://schemas.microsoft.com/office/drawing/2014/main" id="{34FACFD8-2053-4EF3-8461-CEE68DFF4206}"/>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8" name="Rectangle 47">
                        <a:extLst>
                          <a:ext uri="{FF2B5EF4-FFF2-40B4-BE49-F238E27FC236}">
                            <a16:creationId xmlns:a16="http://schemas.microsoft.com/office/drawing/2014/main" id="{EF50D07B-9F5F-46E0-9D9E-7331D9ECA12B}"/>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5" name="Group 24">
                      <a:extLst>
                        <a:ext uri="{FF2B5EF4-FFF2-40B4-BE49-F238E27FC236}">
                          <a16:creationId xmlns:a16="http://schemas.microsoft.com/office/drawing/2014/main" id="{14D4E71C-0568-40DD-B5D5-B5119BF59947}"/>
                        </a:ext>
                      </a:extLst>
                    </p:cNvPr>
                    <p:cNvGrpSpPr/>
                    <p:nvPr/>
                  </p:nvGrpSpPr>
                  <p:grpSpPr>
                    <a:xfrm>
                      <a:off x="1005840" y="91440"/>
                      <a:ext cx="617220" cy="929640"/>
                      <a:chOff x="0" y="0"/>
                      <a:chExt cx="617220" cy="929640"/>
                    </a:xfrm>
                  </p:grpSpPr>
                  <p:sp>
                    <p:nvSpPr>
                      <p:cNvPr id="41" name="Rectangle 40">
                        <a:extLst>
                          <a:ext uri="{FF2B5EF4-FFF2-40B4-BE49-F238E27FC236}">
                            <a16:creationId xmlns:a16="http://schemas.microsoft.com/office/drawing/2014/main" id="{201DB1F9-1901-490E-916F-6CFB3B866C85}"/>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2" name="Rectangle 41">
                        <a:extLst>
                          <a:ext uri="{FF2B5EF4-FFF2-40B4-BE49-F238E27FC236}">
                            <a16:creationId xmlns:a16="http://schemas.microsoft.com/office/drawing/2014/main" id="{7EE27471-4063-4D48-B4A2-4B3119FBFA6C}"/>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3" name="Rectangle 42">
                        <a:extLst>
                          <a:ext uri="{FF2B5EF4-FFF2-40B4-BE49-F238E27FC236}">
                            <a16:creationId xmlns:a16="http://schemas.microsoft.com/office/drawing/2014/main" id="{090FAFDC-4AD3-4A47-BB12-4839CBB7721F}"/>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4" name="Rectangle 43">
                        <a:extLst>
                          <a:ext uri="{FF2B5EF4-FFF2-40B4-BE49-F238E27FC236}">
                            <a16:creationId xmlns:a16="http://schemas.microsoft.com/office/drawing/2014/main" id="{D0DC1C69-C51B-4E97-8B08-7E148B7AD246}"/>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6" name="Group 25">
                      <a:extLst>
                        <a:ext uri="{FF2B5EF4-FFF2-40B4-BE49-F238E27FC236}">
                          <a16:creationId xmlns:a16="http://schemas.microsoft.com/office/drawing/2014/main" id="{885AA08A-B854-459B-8B5F-420A968F0C2A}"/>
                        </a:ext>
                      </a:extLst>
                    </p:cNvPr>
                    <p:cNvGrpSpPr/>
                    <p:nvPr/>
                  </p:nvGrpSpPr>
                  <p:grpSpPr>
                    <a:xfrm>
                      <a:off x="2004060" y="91440"/>
                      <a:ext cx="617220" cy="929640"/>
                      <a:chOff x="0" y="0"/>
                      <a:chExt cx="617220" cy="929640"/>
                    </a:xfrm>
                  </p:grpSpPr>
                  <p:sp>
                    <p:nvSpPr>
                      <p:cNvPr id="37" name="Rectangle 36">
                        <a:extLst>
                          <a:ext uri="{FF2B5EF4-FFF2-40B4-BE49-F238E27FC236}">
                            <a16:creationId xmlns:a16="http://schemas.microsoft.com/office/drawing/2014/main" id="{063CC64D-9621-480A-B86F-43BEDD9AD213}"/>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8" name="Rectangle 37">
                        <a:extLst>
                          <a:ext uri="{FF2B5EF4-FFF2-40B4-BE49-F238E27FC236}">
                            <a16:creationId xmlns:a16="http://schemas.microsoft.com/office/drawing/2014/main" id="{1E04A638-9E12-491C-B3A8-715104D11ACA}"/>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9" name="Rectangle 38">
                        <a:extLst>
                          <a:ext uri="{FF2B5EF4-FFF2-40B4-BE49-F238E27FC236}">
                            <a16:creationId xmlns:a16="http://schemas.microsoft.com/office/drawing/2014/main" id="{E570BD9C-9543-46B3-BBEE-667B63548F0A}"/>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0" name="Rectangle 39">
                        <a:extLst>
                          <a:ext uri="{FF2B5EF4-FFF2-40B4-BE49-F238E27FC236}">
                            <a16:creationId xmlns:a16="http://schemas.microsoft.com/office/drawing/2014/main" id="{A64FBEA2-D0DB-45D1-8DD4-E65D20343A05}"/>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7" name="Group 26">
                      <a:extLst>
                        <a:ext uri="{FF2B5EF4-FFF2-40B4-BE49-F238E27FC236}">
                          <a16:creationId xmlns:a16="http://schemas.microsoft.com/office/drawing/2014/main" id="{F0DE8967-E6E0-46A4-9D35-FC54B50DE610}"/>
                        </a:ext>
                      </a:extLst>
                    </p:cNvPr>
                    <p:cNvGrpSpPr/>
                    <p:nvPr/>
                  </p:nvGrpSpPr>
                  <p:grpSpPr>
                    <a:xfrm>
                      <a:off x="3009900" y="91440"/>
                      <a:ext cx="617220" cy="929640"/>
                      <a:chOff x="0" y="0"/>
                      <a:chExt cx="617220" cy="929640"/>
                    </a:xfrm>
                  </p:grpSpPr>
                  <p:sp>
                    <p:nvSpPr>
                      <p:cNvPr id="33" name="Rectangle 32">
                        <a:extLst>
                          <a:ext uri="{FF2B5EF4-FFF2-40B4-BE49-F238E27FC236}">
                            <a16:creationId xmlns:a16="http://schemas.microsoft.com/office/drawing/2014/main" id="{3B1A771C-890A-4400-945E-85952C976875}"/>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Rectangle 33">
                        <a:extLst>
                          <a:ext uri="{FF2B5EF4-FFF2-40B4-BE49-F238E27FC236}">
                            <a16:creationId xmlns:a16="http://schemas.microsoft.com/office/drawing/2014/main" id="{BEA81F51-764A-483E-9B2B-A3B71EB486CD}"/>
                          </a:ext>
                        </a:extLst>
                      </p:cNvPr>
                      <p:cNvSpPr/>
                      <p:nvPr/>
                    </p:nvSpPr>
                    <p:spPr>
                      <a:xfrm>
                        <a:off x="0" y="18288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35" name="Rectangle 34">
                        <a:extLst>
                          <a:ext uri="{FF2B5EF4-FFF2-40B4-BE49-F238E27FC236}">
                            <a16:creationId xmlns:a16="http://schemas.microsoft.com/office/drawing/2014/main" id="{3E330180-48F1-4344-A79C-A62FAC8DB92B}"/>
                          </a:ext>
                        </a:extLst>
                      </p:cNvPr>
                      <p:cNvSpPr/>
                      <p:nvPr/>
                    </p:nvSpPr>
                    <p:spPr>
                      <a:xfrm>
                        <a:off x="0" y="472440"/>
                        <a:ext cx="617220" cy="281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6" name="Rectangle 35">
                        <a:extLst>
                          <a:ext uri="{FF2B5EF4-FFF2-40B4-BE49-F238E27FC236}">
                            <a16:creationId xmlns:a16="http://schemas.microsoft.com/office/drawing/2014/main" id="{E2EA4309-0C00-47EC-A38A-661D5567D404}"/>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sp>
                  <p:nvSpPr>
                    <p:cNvPr id="28" name="Text Box 2">
                      <a:extLst>
                        <a:ext uri="{FF2B5EF4-FFF2-40B4-BE49-F238E27FC236}">
                          <a16:creationId xmlns:a16="http://schemas.microsoft.com/office/drawing/2014/main" id="{32068CE0-6221-4167-AC1D-CC9095B644DC}"/>
                        </a:ext>
                      </a:extLst>
                    </p:cNvPr>
                    <p:cNvSpPr txBox="1">
                      <a:spLocks noChangeArrowheads="1"/>
                    </p:cNvSpPr>
                    <p:nvPr/>
                  </p:nvSpPr>
                  <p:spPr bwMode="auto">
                    <a:xfrm>
                      <a:off x="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1</a:t>
                      </a:r>
                    </a:p>
                  </p:txBody>
                </p:sp>
                <p:sp>
                  <p:nvSpPr>
                    <p:cNvPr id="29" name="Text Box 2">
                      <a:extLst>
                        <a:ext uri="{FF2B5EF4-FFF2-40B4-BE49-F238E27FC236}">
                          <a16:creationId xmlns:a16="http://schemas.microsoft.com/office/drawing/2014/main" id="{AFCA9ACE-CACA-42EB-8B6F-DCDC3A235044}"/>
                        </a:ext>
                      </a:extLst>
                    </p:cNvPr>
                    <p:cNvSpPr txBox="1">
                      <a:spLocks noChangeArrowheads="1"/>
                    </p:cNvSpPr>
                    <p:nvPr/>
                  </p:nvSpPr>
                  <p:spPr bwMode="auto">
                    <a:xfrm>
                      <a:off x="99822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2</a:t>
                      </a:r>
                    </a:p>
                  </p:txBody>
                </p:sp>
                <p:sp>
                  <p:nvSpPr>
                    <p:cNvPr id="30" name="Text Box 2">
                      <a:extLst>
                        <a:ext uri="{FF2B5EF4-FFF2-40B4-BE49-F238E27FC236}">
                          <a16:creationId xmlns:a16="http://schemas.microsoft.com/office/drawing/2014/main" id="{8E0F732D-0832-4DE9-89BF-58F07C7F8EA3}"/>
                        </a:ext>
                      </a:extLst>
                    </p:cNvPr>
                    <p:cNvSpPr txBox="1">
                      <a:spLocks noChangeArrowheads="1"/>
                    </p:cNvSpPr>
                    <p:nvPr/>
                  </p:nvSpPr>
                  <p:spPr bwMode="auto">
                    <a:xfrm>
                      <a:off x="198882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3</a:t>
                      </a:r>
                    </a:p>
                  </p:txBody>
                </p:sp>
                <p:sp>
                  <p:nvSpPr>
                    <p:cNvPr id="31" name="Text Box 2">
                      <a:extLst>
                        <a:ext uri="{FF2B5EF4-FFF2-40B4-BE49-F238E27FC236}">
                          <a16:creationId xmlns:a16="http://schemas.microsoft.com/office/drawing/2014/main" id="{FF1A0855-ACF6-44D5-B7E6-C3532D52F3C4}"/>
                        </a:ext>
                      </a:extLst>
                    </p:cNvPr>
                    <p:cNvSpPr txBox="1">
                      <a:spLocks noChangeArrowheads="1"/>
                    </p:cNvSpPr>
                    <p:nvPr/>
                  </p:nvSpPr>
                  <p:spPr bwMode="auto">
                    <a:xfrm>
                      <a:off x="298704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4</a:t>
                      </a:r>
                    </a:p>
                  </p:txBody>
                </p:sp>
              </p:grpSp>
              <p:cxnSp>
                <p:nvCxnSpPr>
                  <p:cNvPr id="16" name="Straight Arrow Connector 15">
                    <a:extLst>
                      <a:ext uri="{FF2B5EF4-FFF2-40B4-BE49-F238E27FC236}">
                        <a16:creationId xmlns:a16="http://schemas.microsoft.com/office/drawing/2014/main" id="{9A733F84-F699-4B43-B675-1B05AB57AAFC}"/>
                      </a:ext>
                    </a:extLst>
                  </p:cNvPr>
                  <p:cNvCxnSpPr/>
                  <p:nvPr/>
                </p:nvCxnSpPr>
                <p:spPr>
                  <a:xfrm>
                    <a:off x="305562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E1428231-DDBA-4545-9C99-F53A604C16D1}"/>
                      </a:ext>
                    </a:extLst>
                  </p:cNvPr>
                  <p:cNvCxnSpPr/>
                  <p:nvPr/>
                </p:nvCxnSpPr>
                <p:spPr>
                  <a:xfrm>
                    <a:off x="4069080" y="594360"/>
                    <a:ext cx="0" cy="152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85BA3E97-1B3A-45E4-AC0F-14CC0CB07A0A}"/>
                      </a:ext>
                    </a:extLst>
                  </p:cNvPr>
                  <p:cNvCxnSpPr/>
                  <p:nvPr/>
                </p:nvCxnSpPr>
                <p:spPr>
                  <a:xfrm>
                    <a:off x="1059180" y="617220"/>
                    <a:ext cx="0" cy="137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FBF4AB38-5629-45AD-B920-83CB5B4ED53C}"/>
                      </a:ext>
                    </a:extLst>
                  </p:cNvPr>
                  <p:cNvCxnSpPr/>
                  <p:nvPr/>
                </p:nvCxnSpPr>
                <p:spPr>
                  <a:xfrm>
                    <a:off x="205740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2">
                    <a:extLst>
                      <a:ext uri="{FF2B5EF4-FFF2-40B4-BE49-F238E27FC236}">
                        <a16:creationId xmlns:a16="http://schemas.microsoft.com/office/drawing/2014/main" id="{9F7AFB61-9D10-4A20-BA6E-9147D73A5646}"/>
                      </a:ext>
                    </a:extLst>
                  </p:cNvPr>
                  <p:cNvSpPr txBox="1">
                    <a:spLocks noChangeArrowheads="1"/>
                  </p:cNvSpPr>
                  <p:nvPr/>
                </p:nvSpPr>
                <p:spPr bwMode="auto">
                  <a:xfrm>
                    <a:off x="0" y="1409700"/>
                    <a:ext cx="624840" cy="4343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Read Pointer</a:t>
                    </a:r>
                  </a:p>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 </a:t>
                    </a:r>
                  </a:p>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 </a:t>
                    </a:r>
                  </a:p>
                </p:txBody>
              </p:sp>
              <p:sp>
                <p:nvSpPr>
                  <p:cNvPr id="21" name="Text Box 2">
                    <a:extLst>
                      <a:ext uri="{FF2B5EF4-FFF2-40B4-BE49-F238E27FC236}">
                        <a16:creationId xmlns:a16="http://schemas.microsoft.com/office/drawing/2014/main" id="{68A4A7F4-5F75-4445-901F-CFC185860550}"/>
                      </a:ext>
                    </a:extLst>
                  </p:cNvPr>
                  <p:cNvSpPr txBox="1">
                    <a:spLocks noChangeArrowheads="1"/>
                  </p:cNvSpPr>
                  <p:nvPr/>
                </p:nvSpPr>
                <p:spPr bwMode="auto">
                  <a:xfrm>
                    <a:off x="4762500" y="1409700"/>
                    <a:ext cx="609600" cy="4343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Write Pointer</a:t>
                    </a:r>
                  </a:p>
                </p:txBody>
              </p:sp>
              <p:cxnSp>
                <p:nvCxnSpPr>
                  <p:cNvPr id="22" name="Connector: Elbow 21">
                    <a:extLst>
                      <a:ext uri="{FF2B5EF4-FFF2-40B4-BE49-F238E27FC236}">
                        <a16:creationId xmlns:a16="http://schemas.microsoft.com/office/drawing/2014/main" id="{D07A95C9-4500-457F-8DA0-343B263DEA2C}"/>
                      </a:ext>
                    </a:extLst>
                  </p:cNvPr>
                  <p:cNvCxnSpPr/>
                  <p:nvPr/>
                </p:nvCxnSpPr>
                <p:spPr>
                  <a:xfrm flipV="1">
                    <a:off x="320040" y="960120"/>
                    <a:ext cx="464820" cy="457200"/>
                  </a:xfrm>
                  <a:prstGeom prst="bentConnector3">
                    <a:avLst>
                      <a:gd name="adj1" fmla="val 820"/>
                    </a:avLst>
                  </a:prstGeom>
                  <a:ln>
                    <a:tailEnd type="triangle"/>
                  </a:ln>
                </p:spPr>
                <p:style>
                  <a:lnRef idx="1">
                    <a:schemeClr val="dk1"/>
                  </a:lnRef>
                  <a:fillRef idx="0">
                    <a:schemeClr val="dk1"/>
                  </a:fillRef>
                  <a:effectRef idx="0">
                    <a:schemeClr val="dk1"/>
                  </a:effectRef>
                  <a:fontRef idx="minor">
                    <a:schemeClr val="tx1"/>
                  </a:fontRef>
                </p:style>
              </p:cxnSp>
              <p:cxnSp>
                <p:nvCxnSpPr>
                  <p:cNvPr id="23" name="Connector: Elbow 22">
                    <a:extLst>
                      <a:ext uri="{FF2B5EF4-FFF2-40B4-BE49-F238E27FC236}">
                        <a16:creationId xmlns:a16="http://schemas.microsoft.com/office/drawing/2014/main" id="{015C83AC-963B-4CAD-98E1-EEBB0AC9DE4F}"/>
                      </a:ext>
                    </a:extLst>
                  </p:cNvPr>
                  <p:cNvCxnSpPr>
                    <a:cxnSpLocks/>
                  </p:cNvCxnSpPr>
                  <p:nvPr/>
                </p:nvCxnSpPr>
                <p:spPr>
                  <a:xfrm rot="10800000">
                    <a:off x="4389120" y="960121"/>
                    <a:ext cx="689612" cy="449587"/>
                  </a:xfrm>
                  <a:prstGeom prst="bentConnector3">
                    <a:avLst>
                      <a:gd name="adj1" fmla="val -6"/>
                    </a:avLst>
                  </a:prstGeom>
                  <a:ln>
                    <a:tailEnd type="triangle"/>
                  </a:ln>
                </p:spPr>
                <p:style>
                  <a:lnRef idx="1">
                    <a:schemeClr val="dk1"/>
                  </a:lnRef>
                  <a:fillRef idx="0">
                    <a:schemeClr val="dk1"/>
                  </a:fillRef>
                  <a:effectRef idx="0">
                    <a:schemeClr val="dk1"/>
                  </a:effectRef>
                  <a:fontRef idx="minor">
                    <a:schemeClr val="tx1"/>
                  </a:fontRef>
                </p:style>
              </p:cxnSp>
            </p:grpSp>
          </p:grpSp>
          <p:grpSp>
            <p:nvGrpSpPr>
              <p:cNvPr id="50" name="Group 49">
                <a:extLst>
                  <a:ext uri="{FF2B5EF4-FFF2-40B4-BE49-F238E27FC236}">
                    <a16:creationId xmlns:a16="http://schemas.microsoft.com/office/drawing/2014/main" id="{DB5279FE-8AA3-4FAD-A642-B12A8E43F8E6}"/>
                  </a:ext>
                </a:extLst>
              </p:cNvPr>
              <p:cNvGrpSpPr/>
              <p:nvPr/>
            </p:nvGrpSpPr>
            <p:grpSpPr>
              <a:xfrm>
                <a:off x="1127760" y="4220357"/>
                <a:ext cx="5791795" cy="2248993"/>
                <a:chOff x="0" y="327660"/>
                <a:chExt cx="5372100" cy="1699260"/>
              </a:xfrm>
            </p:grpSpPr>
            <p:sp>
              <p:nvSpPr>
                <p:cNvPr id="54" name="Text Box 2">
                  <a:extLst>
                    <a:ext uri="{FF2B5EF4-FFF2-40B4-BE49-F238E27FC236}">
                      <a16:creationId xmlns:a16="http://schemas.microsoft.com/office/drawing/2014/main" id="{EE372A86-E591-4E0F-A411-7B73744E55B8}"/>
                    </a:ext>
                  </a:extLst>
                </p:cNvPr>
                <p:cNvSpPr txBox="1">
                  <a:spLocks noChangeArrowheads="1"/>
                </p:cNvSpPr>
                <p:nvPr/>
              </p:nvSpPr>
              <p:spPr bwMode="auto">
                <a:xfrm>
                  <a:off x="784860" y="35814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0</a:t>
                  </a:r>
                </a:p>
              </p:txBody>
            </p:sp>
            <p:sp>
              <p:nvSpPr>
                <p:cNvPr id="55" name="Text Box 2">
                  <a:extLst>
                    <a:ext uri="{FF2B5EF4-FFF2-40B4-BE49-F238E27FC236}">
                      <a16:creationId xmlns:a16="http://schemas.microsoft.com/office/drawing/2014/main" id="{E9693906-F5EF-4CD0-A32F-7740103836F8}"/>
                    </a:ext>
                  </a:extLst>
                </p:cNvPr>
                <p:cNvSpPr txBox="1">
                  <a:spLocks noChangeArrowheads="1"/>
                </p:cNvSpPr>
                <p:nvPr/>
              </p:nvSpPr>
              <p:spPr bwMode="auto">
                <a:xfrm>
                  <a:off x="2788920" y="34290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2</a:t>
                  </a:r>
                </a:p>
              </p:txBody>
            </p:sp>
            <p:sp>
              <p:nvSpPr>
                <p:cNvPr id="56" name="Text Box 2">
                  <a:extLst>
                    <a:ext uri="{FF2B5EF4-FFF2-40B4-BE49-F238E27FC236}">
                      <a16:creationId xmlns:a16="http://schemas.microsoft.com/office/drawing/2014/main" id="{367DFA59-9712-4256-A963-8FEEFA51FBBB}"/>
                    </a:ext>
                  </a:extLst>
                </p:cNvPr>
                <p:cNvSpPr txBox="1">
                  <a:spLocks noChangeArrowheads="1"/>
                </p:cNvSpPr>
                <p:nvPr/>
              </p:nvSpPr>
              <p:spPr bwMode="auto">
                <a:xfrm>
                  <a:off x="3787140" y="32766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3</a:t>
                  </a:r>
                </a:p>
              </p:txBody>
            </p:sp>
            <p:sp>
              <p:nvSpPr>
                <p:cNvPr id="57" name="Text Box 2">
                  <a:extLst>
                    <a:ext uri="{FF2B5EF4-FFF2-40B4-BE49-F238E27FC236}">
                      <a16:creationId xmlns:a16="http://schemas.microsoft.com/office/drawing/2014/main" id="{B919E157-2172-46B4-8F33-099C3D9A1254}"/>
                    </a:ext>
                  </a:extLst>
                </p:cNvPr>
                <p:cNvSpPr txBox="1">
                  <a:spLocks noChangeArrowheads="1"/>
                </p:cNvSpPr>
                <p:nvPr/>
              </p:nvSpPr>
              <p:spPr bwMode="auto">
                <a:xfrm>
                  <a:off x="1783080" y="34290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1</a:t>
                  </a:r>
                </a:p>
              </p:txBody>
            </p:sp>
            <p:grpSp>
              <p:nvGrpSpPr>
                <p:cNvPr id="58" name="Group 57">
                  <a:extLst>
                    <a:ext uri="{FF2B5EF4-FFF2-40B4-BE49-F238E27FC236}">
                      <a16:creationId xmlns:a16="http://schemas.microsoft.com/office/drawing/2014/main" id="{5FB0DD14-2A20-4A46-AE9F-FC02FC30ABB7}"/>
                    </a:ext>
                  </a:extLst>
                </p:cNvPr>
                <p:cNvGrpSpPr/>
                <p:nvPr/>
              </p:nvGrpSpPr>
              <p:grpSpPr>
                <a:xfrm>
                  <a:off x="0" y="594360"/>
                  <a:ext cx="5372100" cy="1432560"/>
                  <a:chOff x="0" y="594360"/>
                  <a:chExt cx="5372100" cy="1432560"/>
                </a:xfrm>
              </p:grpSpPr>
              <p:grpSp>
                <p:nvGrpSpPr>
                  <p:cNvPr id="59" name="Group 58">
                    <a:extLst>
                      <a:ext uri="{FF2B5EF4-FFF2-40B4-BE49-F238E27FC236}">
                        <a16:creationId xmlns:a16="http://schemas.microsoft.com/office/drawing/2014/main" id="{18F82468-7052-400E-A4C9-353E0C1BA239}"/>
                      </a:ext>
                    </a:extLst>
                  </p:cNvPr>
                  <p:cNvGrpSpPr/>
                  <p:nvPr/>
                </p:nvGrpSpPr>
                <p:grpSpPr>
                  <a:xfrm>
                    <a:off x="762000" y="746760"/>
                    <a:ext cx="3627120" cy="1280160"/>
                    <a:chOff x="0" y="91440"/>
                    <a:chExt cx="3627120" cy="1280160"/>
                  </a:xfrm>
                </p:grpSpPr>
                <p:grpSp>
                  <p:nvGrpSpPr>
                    <p:cNvPr id="69" name="Group 68">
                      <a:extLst>
                        <a:ext uri="{FF2B5EF4-FFF2-40B4-BE49-F238E27FC236}">
                          <a16:creationId xmlns:a16="http://schemas.microsoft.com/office/drawing/2014/main" id="{40F5C2FE-CFDA-4236-B9EA-CAFDB8E01F1F}"/>
                        </a:ext>
                      </a:extLst>
                    </p:cNvPr>
                    <p:cNvGrpSpPr/>
                    <p:nvPr/>
                  </p:nvGrpSpPr>
                  <p:grpSpPr>
                    <a:xfrm>
                      <a:off x="7620" y="91440"/>
                      <a:ext cx="617220" cy="929640"/>
                      <a:chOff x="0" y="0"/>
                      <a:chExt cx="617220" cy="929640"/>
                    </a:xfrm>
                  </p:grpSpPr>
                  <p:sp>
                    <p:nvSpPr>
                      <p:cNvPr id="90" name="Rectangle 89">
                        <a:extLst>
                          <a:ext uri="{FF2B5EF4-FFF2-40B4-BE49-F238E27FC236}">
                            <a16:creationId xmlns:a16="http://schemas.microsoft.com/office/drawing/2014/main" id="{6735F654-18FC-4C48-A607-7FBA02A012C0}"/>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IN" sz="500">
                            <a:effectLst/>
                            <a:ea typeface="Calibri" panose="020F0502020204030204" pitchFamily="34" charset="0"/>
                            <a:cs typeface="Mangal" panose="02040503050203030202" pitchFamily="18" charset="0"/>
                          </a:rPr>
                          <a:t> </a:t>
                        </a:r>
                        <a:endParaRPr lang="en-IN" sz="1100">
                          <a:effectLst/>
                          <a:ea typeface="Calibri" panose="020F0502020204030204" pitchFamily="34" charset="0"/>
                          <a:cs typeface="Mangal" panose="02040503050203030202" pitchFamily="18" charset="0"/>
                        </a:endParaRPr>
                      </a:p>
                    </p:txBody>
                  </p:sp>
                  <p:sp>
                    <p:nvSpPr>
                      <p:cNvPr id="91" name="Rectangle 90">
                        <a:extLst>
                          <a:ext uri="{FF2B5EF4-FFF2-40B4-BE49-F238E27FC236}">
                            <a16:creationId xmlns:a16="http://schemas.microsoft.com/office/drawing/2014/main" id="{9A4588E4-0CAD-4B4C-A60B-FAE65B7CE0A6}"/>
                          </a:ext>
                        </a:extLst>
                      </p:cNvPr>
                      <p:cNvSpPr/>
                      <p:nvPr/>
                    </p:nvSpPr>
                    <p:spPr>
                      <a:xfrm>
                        <a:off x="0" y="182880"/>
                        <a:ext cx="617220" cy="281940"/>
                      </a:xfrm>
                      <a:prstGeom prst="rect">
                        <a:avLst/>
                      </a:prstGeom>
                      <a:solidFill>
                        <a:schemeClr val="accent3"/>
                      </a:solidFill>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92" name="Rectangle 91">
                        <a:extLst>
                          <a:ext uri="{FF2B5EF4-FFF2-40B4-BE49-F238E27FC236}">
                            <a16:creationId xmlns:a16="http://schemas.microsoft.com/office/drawing/2014/main" id="{CAB37496-C31D-4C46-B7A5-9D2812870EDE}"/>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3" name="Rectangle 92">
                        <a:extLst>
                          <a:ext uri="{FF2B5EF4-FFF2-40B4-BE49-F238E27FC236}">
                            <a16:creationId xmlns:a16="http://schemas.microsoft.com/office/drawing/2014/main" id="{436B43CE-F3D2-40F7-9DA9-47B807D3C2BC}"/>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70" name="Group 69">
                      <a:extLst>
                        <a:ext uri="{FF2B5EF4-FFF2-40B4-BE49-F238E27FC236}">
                          <a16:creationId xmlns:a16="http://schemas.microsoft.com/office/drawing/2014/main" id="{F1A2F02B-8EBC-4C8A-B0F1-2ECA19932989}"/>
                        </a:ext>
                      </a:extLst>
                    </p:cNvPr>
                    <p:cNvGrpSpPr/>
                    <p:nvPr/>
                  </p:nvGrpSpPr>
                  <p:grpSpPr>
                    <a:xfrm>
                      <a:off x="1005840" y="91440"/>
                      <a:ext cx="617220" cy="929640"/>
                      <a:chOff x="0" y="0"/>
                      <a:chExt cx="617220" cy="929640"/>
                    </a:xfrm>
                  </p:grpSpPr>
                  <p:sp>
                    <p:nvSpPr>
                      <p:cNvPr id="86" name="Rectangle 85">
                        <a:extLst>
                          <a:ext uri="{FF2B5EF4-FFF2-40B4-BE49-F238E27FC236}">
                            <a16:creationId xmlns:a16="http://schemas.microsoft.com/office/drawing/2014/main" id="{27D5BD9B-E95B-41FE-93F2-47D6DE6713FD}"/>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7" name="Rectangle 86">
                        <a:extLst>
                          <a:ext uri="{FF2B5EF4-FFF2-40B4-BE49-F238E27FC236}">
                            <a16:creationId xmlns:a16="http://schemas.microsoft.com/office/drawing/2014/main" id="{35F2BBC0-307F-4040-B996-D4668365E342}"/>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8" name="Rectangle 87">
                        <a:extLst>
                          <a:ext uri="{FF2B5EF4-FFF2-40B4-BE49-F238E27FC236}">
                            <a16:creationId xmlns:a16="http://schemas.microsoft.com/office/drawing/2014/main" id="{643FF0DD-FD3B-4A72-9D63-743F1550BEA1}"/>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9" name="Rectangle 88">
                        <a:extLst>
                          <a:ext uri="{FF2B5EF4-FFF2-40B4-BE49-F238E27FC236}">
                            <a16:creationId xmlns:a16="http://schemas.microsoft.com/office/drawing/2014/main" id="{815A9ECA-9BC7-4122-B994-9E1C8D225C94}"/>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71" name="Group 70">
                      <a:extLst>
                        <a:ext uri="{FF2B5EF4-FFF2-40B4-BE49-F238E27FC236}">
                          <a16:creationId xmlns:a16="http://schemas.microsoft.com/office/drawing/2014/main" id="{F34875A3-973D-4237-8F4C-9183E69C0475}"/>
                        </a:ext>
                      </a:extLst>
                    </p:cNvPr>
                    <p:cNvGrpSpPr/>
                    <p:nvPr/>
                  </p:nvGrpSpPr>
                  <p:grpSpPr>
                    <a:xfrm>
                      <a:off x="2004060" y="91440"/>
                      <a:ext cx="617220" cy="929640"/>
                      <a:chOff x="0" y="0"/>
                      <a:chExt cx="617220" cy="929640"/>
                    </a:xfrm>
                  </p:grpSpPr>
                  <p:sp>
                    <p:nvSpPr>
                      <p:cNvPr id="82" name="Rectangle 81">
                        <a:extLst>
                          <a:ext uri="{FF2B5EF4-FFF2-40B4-BE49-F238E27FC236}">
                            <a16:creationId xmlns:a16="http://schemas.microsoft.com/office/drawing/2014/main" id="{278BBC78-663C-4459-BBE5-505C2B04C23C}"/>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3" name="Rectangle 82">
                        <a:extLst>
                          <a:ext uri="{FF2B5EF4-FFF2-40B4-BE49-F238E27FC236}">
                            <a16:creationId xmlns:a16="http://schemas.microsoft.com/office/drawing/2014/main" id="{166B98A2-5BE2-4437-A421-CEF17312D9F3}"/>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4" name="Rectangle 83">
                        <a:extLst>
                          <a:ext uri="{FF2B5EF4-FFF2-40B4-BE49-F238E27FC236}">
                            <a16:creationId xmlns:a16="http://schemas.microsoft.com/office/drawing/2014/main" id="{E3FC3325-0D97-4808-8A52-2841D1766810}"/>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5" name="Rectangle 84">
                        <a:extLst>
                          <a:ext uri="{FF2B5EF4-FFF2-40B4-BE49-F238E27FC236}">
                            <a16:creationId xmlns:a16="http://schemas.microsoft.com/office/drawing/2014/main" id="{204098DE-86EF-4861-A06A-BF02F9DBA44F}"/>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72" name="Group 71">
                      <a:extLst>
                        <a:ext uri="{FF2B5EF4-FFF2-40B4-BE49-F238E27FC236}">
                          <a16:creationId xmlns:a16="http://schemas.microsoft.com/office/drawing/2014/main" id="{D920D730-8BF9-43F5-A6F2-E0DC5F23F70E}"/>
                        </a:ext>
                      </a:extLst>
                    </p:cNvPr>
                    <p:cNvGrpSpPr/>
                    <p:nvPr/>
                  </p:nvGrpSpPr>
                  <p:grpSpPr>
                    <a:xfrm>
                      <a:off x="3009900" y="91440"/>
                      <a:ext cx="617220" cy="929640"/>
                      <a:chOff x="0" y="0"/>
                      <a:chExt cx="617220" cy="929640"/>
                    </a:xfrm>
                  </p:grpSpPr>
                  <p:sp>
                    <p:nvSpPr>
                      <p:cNvPr id="78" name="Rectangle 77">
                        <a:extLst>
                          <a:ext uri="{FF2B5EF4-FFF2-40B4-BE49-F238E27FC236}">
                            <a16:creationId xmlns:a16="http://schemas.microsoft.com/office/drawing/2014/main" id="{D8D90024-8E53-42BC-86A2-4A005D3D8950}"/>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79" name="Rectangle 78">
                        <a:extLst>
                          <a:ext uri="{FF2B5EF4-FFF2-40B4-BE49-F238E27FC236}">
                            <a16:creationId xmlns:a16="http://schemas.microsoft.com/office/drawing/2014/main" id="{3AAA5F78-1382-455D-8D06-DE93CA4DFB30}"/>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80" name="Rectangle 79">
                        <a:extLst>
                          <a:ext uri="{FF2B5EF4-FFF2-40B4-BE49-F238E27FC236}">
                            <a16:creationId xmlns:a16="http://schemas.microsoft.com/office/drawing/2014/main" id="{9A3217EA-9794-4BB1-B061-F10A7F5D15B7}"/>
                          </a:ext>
                        </a:extLst>
                      </p:cNvPr>
                      <p:cNvSpPr/>
                      <p:nvPr/>
                    </p:nvSpPr>
                    <p:spPr>
                      <a:xfrm>
                        <a:off x="0" y="472440"/>
                        <a:ext cx="617220" cy="281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1" name="Rectangle 80">
                        <a:extLst>
                          <a:ext uri="{FF2B5EF4-FFF2-40B4-BE49-F238E27FC236}">
                            <a16:creationId xmlns:a16="http://schemas.microsoft.com/office/drawing/2014/main" id="{5B6797CB-20E7-44B1-AB5C-95B5D9040134}"/>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sp>
                  <p:nvSpPr>
                    <p:cNvPr id="73" name="Text Box 2">
                      <a:extLst>
                        <a:ext uri="{FF2B5EF4-FFF2-40B4-BE49-F238E27FC236}">
                          <a16:creationId xmlns:a16="http://schemas.microsoft.com/office/drawing/2014/main" id="{2F1880D5-D11D-48B6-9265-84CA139D34A2}"/>
                        </a:ext>
                      </a:extLst>
                    </p:cNvPr>
                    <p:cNvSpPr txBox="1">
                      <a:spLocks noChangeArrowheads="1"/>
                    </p:cNvSpPr>
                    <p:nvPr/>
                  </p:nvSpPr>
                  <p:spPr bwMode="auto">
                    <a:xfrm>
                      <a:off x="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1</a:t>
                      </a:r>
                    </a:p>
                  </p:txBody>
                </p:sp>
                <p:sp>
                  <p:nvSpPr>
                    <p:cNvPr id="74" name="Text Box 2">
                      <a:extLst>
                        <a:ext uri="{FF2B5EF4-FFF2-40B4-BE49-F238E27FC236}">
                          <a16:creationId xmlns:a16="http://schemas.microsoft.com/office/drawing/2014/main" id="{2D1C8EF7-9383-465F-ADCC-075046EAF77B}"/>
                        </a:ext>
                      </a:extLst>
                    </p:cNvPr>
                    <p:cNvSpPr txBox="1">
                      <a:spLocks noChangeArrowheads="1"/>
                    </p:cNvSpPr>
                    <p:nvPr/>
                  </p:nvSpPr>
                  <p:spPr bwMode="auto">
                    <a:xfrm>
                      <a:off x="99822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2</a:t>
                      </a:r>
                    </a:p>
                  </p:txBody>
                </p:sp>
                <p:sp>
                  <p:nvSpPr>
                    <p:cNvPr id="75" name="Text Box 2">
                      <a:extLst>
                        <a:ext uri="{FF2B5EF4-FFF2-40B4-BE49-F238E27FC236}">
                          <a16:creationId xmlns:a16="http://schemas.microsoft.com/office/drawing/2014/main" id="{B71BF9BC-F76D-42F9-92AA-0BF37A2FC8C1}"/>
                        </a:ext>
                      </a:extLst>
                    </p:cNvPr>
                    <p:cNvSpPr txBox="1">
                      <a:spLocks noChangeArrowheads="1"/>
                    </p:cNvSpPr>
                    <p:nvPr/>
                  </p:nvSpPr>
                  <p:spPr bwMode="auto">
                    <a:xfrm>
                      <a:off x="198882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3</a:t>
                      </a:r>
                    </a:p>
                  </p:txBody>
                </p:sp>
                <p:sp>
                  <p:nvSpPr>
                    <p:cNvPr id="76" name="Text Box 2">
                      <a:extLst>
                        <a:ext uri="{FF2B5EF4-FFF2-40B4-BE49-F238E27FC236}">
                          <a16:creationId xmlns:a16="http://schemas.microsoft.com/office/drawing/2014/main" id="{6AC4FCCD-C4CD-40E5-A1EB-AC14249662FB}"/>
                        </a:ext>
                      </a:extLst>
                    </p:cNvPr>
                    <p:cNvSpPr txBox="1">
                      <a:spLocks noChangeArrowheads="1"/>
                    </p:cNvSpPr>
                    <p:nvPr/>
                  </p:nvSpPr>
                  <p:spPr bwMode="auto">
                    <a:xfrm>
                      <a:off x="298704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4</a:t>
                      </a:r>
                    </a:p>
                  </p:txBody>
                </p:sp>
              </p:grpSp>
              <p:cxnSp>
                <p:nvCxnSpPr>
                  <p:cNvPr id="61" name="Straight Arrow Connector 60">
                    <a:extLst>
                      <a:ext uri="{FF2B5EF4-FFF2-40B4-BE49-F238E27FC236}">
                        <a16:creationId xmlns:a16="http://schemas.microsoft.com/office/drawing/2014/main" id="{543BE7C4-4685-4D2E-AB76-2E514FF7D443}"/>
                      </a:ext>
                    </a:extLst>
                  </p:cNvPr>
                  <p:cNvCxnSpPr/>
                  <p:nvPr/>
                </p:nvCxnSpPr>
                <p:spPr>
                  <a:xfrm>
                    <a:off x="305562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6F83723D-797C-4D2E-988C-50117BF0A463}"/>
                      </a:ext>
                    </a:extLst>
                  </p:cNvPr>
                  <p:cNvCxnSpPr/>
                  <p:nvPr/>
                </p:nvCxnSpPr>
                <p:spPr>
                  <a:xfrm>
                    <a:off x="4069080" y="594360"/>
                    <a:ext cx="0" cy="152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6D18249D-058B-4525-AD87-66DBE3247606}"/>
                      </a:ext>
                    </a:extLst>
                  </p:cNvPr>
                  <p:cNvCxnSpPr/>
                  <p:nvPr/>
                </p:nvCxnSpPr>
                <p:spPr>
                  <a:xfrm>
                    <a:off x="1059180" y="617220"/>
                    <a:ext cx="0" cy="137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6E77B805-F8E8-485A-8D1D-C3FBCB8E6911}"/>
                      </a:ext>
                    </a:extLst>
                  </p:cNvPr>
                  <p:cNvCxnSpPr/>
                  <p:nvPr/>
                </p:nvCxnSpPr>
                <p:spPr>
                  <a:xfrm>
                    <a:off x="205740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5" name="Text Box 2">
                    <a:extLst>
                      <a:ext uri="{FF2B5EF4-FFF2-40B4-BE49-F238E27FC236}">
                        <a16:creationId xmlns:a16="http://schemas.microsoft.com/office/drawing/2014/main" id="{0D2B99FC-1336-4281-8942-6DEDA46BE081}"/>
                      </a:ext>
                    </a:extLst>
                  </p:cNvPr>
                  <p:cNvSpPr txBox="1">
                    <a:spLocks noChangeArrowheads="1"/>
                  </p:cNvSpPr>
                  <p:nvPr/>
                </p:nvSpPr>
                <p:spPr bwMode="auto">
                  <a:xfrm>
                    <a:off x="0" y="1409700"/>
                    <a:ext cx="624840" cy="4343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Read Pointer</a:t>
                    </a:r>
                  </a:p>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 </a:t>
                    </a:r>
                  </a:p>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 </a:t>
                    </a:r>
                  </a:p>
                </p:txBody>
              </p:sp>
              <p:sp>
                <p:nvSpPr>
                  <p:cNvPr id="66" name="Text Box 2">
                    <a:extLst>
                      <a:ext uri="{FF2B5EF4-FFF2-40B4-BE49-F238E27FC236}">
                        <a16:creationId xmlns:a16="http://schemas.microsoft.com/office/drawing/2014/main" id="{6DB9AE3F-32C5-4C28-A35D-E1D6B8DD6690}"/>
                      </a:ext>
                    </a:extLst>
                  </p:cNvPr>
                  <p:cNvSpPr txBox="1">
                    <a:spLocks noChangeArrowheads="1"/>
                  </p:cNvSpPr>
                  <p:nvPr/>
                </p:nvSpPr>
                <p:spPr bwMode="auto">
                  <a:xfrm>
                    <a:off x="4762500" y="1409700"/>
                    <a:ext cx="609600" cy="4343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Write Pointer</a:t>
                    </a:r>
                  </a:p>
                </p:txBody>
              </p:sp>
              <p:cxnSp>
                <p:nvCxnSpPr>
                  <p:cNvPr id="67" name="Connector: Elbow 66">
                    <a:extLst>
                      <a:ext uri="{FF2B5EF4-FFF2-40B4-BE49-F238E27FC236}">
                        <a16:creationId xmlns:a16="http://schemas.microsoft.com/office/drawing/2014/main" id="{64A00B30-18B7-455E-B049-1A22E69706E8}"/>
                      </a:ext>
                    </a:extLst>
                  </p:cNvPr>
                  <p:cNvCxnSpPr/>
                  <p:nvPr/>
                </p:nvCxnSpPr>
                <p:spPr>
                  <a:xfrm flipV="1">
                    <a:off x="320040" y="960120"/>
                    <a:ext cx="464820" cy="457200"/>
                  </a:xfrm>
                  <a:prstGeom prst="bentConnector3">
                    <a:avLst>
                      <a:gd name="adj1" fmla="val 820"/>
                    </a:avLst>
                  </a:prstGeom>
                  <a:ln>
                    <a:tailEnd type="triangle"/>
                  </a:ln>
                </p:spPr>
                <p:style>
                  <a:lnRef idx="1">
                    <a:schemeClr val="dk1"/>
                  </a:lnRef>
                  <a:fillRef idx="0">
                    <a:schemeClr val="dk1"/>
                  </a:fillRef>
                  <a:effectRef idx="0">
                    <a:schemeClr val="dk1"/>
                  </a:effectRef>
                  <a:fontRef idx="minor">
                    <a:schemeClr val="tx1"/>
                  </a:fontRef>
                </p:style>
              </p:cxnSp>
              <p:cxnSp>
                <p:nvCxnSpPr>
                  <p:cNvPr id="68" name="Connector: Elbow 67">
                    <a:extLst>
                      <a:ext uri="{FF2B5EF4-FFF2-40B4-BE49-F238E27FC236}">
                        <a16:creationId xmlns:a16="http://schemas.microsoft.com/office/drawing/2014/main" id="{377311DF-5434-4E35-A2AE-B814DFC76349}"/>
                      </a:ext>
                    </a:extLst>
                  </p:cNvPr>
                  <p:cNvCxnSpPr/>
                  <p:nvPr/>
                </p:nvCxnSpPr>
                <p:spPr>
                  <a:xfrm flipH="1" flipV="1">
                    <a:off x="4381500" y="1219200"/>
                    <a:ext cx="697230" cy="190500"/>
                  </a:xfrm>
                  <a:prstGeom prst="bentConnector3">
                    <a:avLst>
                      <a:gd name="adj1" fmla="val -361"/>
                    </a:avLst>
                  </a:prstGeom>
                  <a:ln>
                    <a:tailEnd type="triangle"/>
                  </a:ln>
                </p:spPr>
                <p:style>
                  <a:lnRef idx="1">
                    <a:schemeClr val="dk1"/>
                  </a:lnRef>
                  <a:fillRef idx="0">
                    <a:schemeClr val="dk1"/>
                  </a:fillRef>
                  <a:effectRef idx="0">
                    <a:schemeClr val="dk1"/>
                  </a:effectRef>
                  <a:fontRef idx="minor">
                    <a:schemeClr val="tx1"/>
                  </a:fontRef>
                </p:style>
              </p:cxnSp>
            </p:grpSp>
          </p:grpSp>
          <p:sp>
            <p:nvSpPr>
              <p:cNvPr id="106" name="Arrow: Down 105">
                <a:extLst>
                  <a:ext uri="{FF2B5EF4-FFF2-40B4-BE49-F238E27FC236}">
                    <a16:creationId xmlns:a16="http://schemas.microsoft.com/office/drawing/2014/main" id="{6D65A5D5-8679-4EDB-9EA7-3B4C289FFD07}"/>
                  </a:ext>
                </a:extLst>
              </p:cNvPr>
              <p:cNvSpPr/>
              <p:nvPr/>
            </p:nvSpPr>
            <p:spPr>
              <a:xfrm>
                <a:off x="3959754" y="3250652"/>
                <a:ext cx="349619" cy="859751"/>
              </a:xfrm>
              <a:prstGeom prst="downArrow">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07" name="TextBox 106">
                <a:extLst>
                  <a:ext uri="{FF2B5EF4-FFF2-40B4-BE49-F238E27FC236}">
                    <a16:creationId xmlns:a16="http://schemas.microsoft.com/office/drawing/2014/main" id="{13877404-2A7F-421E-9235-52808CCD19C0}"/>
                  </a:ext>
                </a:extLst>
              </p:cNvPr>
              <p:cNvSpPr txBox="1"/>
              <p:nvPr/>
            </p:nvSpPr>
            <p:spPr>
              <a:xfrm>
                <a:off x="4334644" y="3368571"/>
                <a:ext cx="1225987"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Writing an entry</a:t>
                </a:r>
                <a:endParaRPr lang="en-IN" sz="1600" dirty="0">
                  <a:latin typeface="Calibri" panose="020F0502020204030204" pitchFamily="34" charset="0"/>
                  <a:cs typeface="Calibri" panose="020F0502020204030204" pitchFamily="34" charset="0"/>
                </a:endParaRPr>
              </a:p>
            </p:txBody>
          </p:sp>
        </p:grpSp>
        <p:grpSp>
          <p:nvGrpSpPr>
            <p:cNvPr id="94" name="Group 93">
              <a:extLst>
                <a:ext uri="{FF2B5EF4-FFF2-40B4-BE49-F238E27FC236}">
                  <a16:creationId xmlns:a16="http://schemas.microsoft.com/office/drawing/2014/main" id="{1EB422BE-1041-4E9E-B1A8-7726CF7351E4}"/>
                </a:ext>
              </a:extLst>
            </p:cNvPr>
            <p:cNvGrpSpPr/>
            <p:nvPr/>
          </p:nvGrpSpPr>
          <p:grpSpPr>
            <a:xfrm>
              <a:off x="6164223" y="444523"/>
              <a:ext cx="1744980" cy="810192"/>
              <a:chOff x="6538797" y="670851"/>
              <a:chExt cx="1744980" cy="810192"/>
            </a:xfrm>
          </p:grpSpPr>
          <p:sp>
            <p:nvSpPr>
              <p:cNvPr id="95" name="Text Box 2">
                <a:extLst>
                  <a:ext uri="{FF2B5EF4-FFF2-40B4-BE49-F238E27FC236}">
                    <a16:creationId xmlns:a16="http://schemas.microsoft.com/office/drawing/2014/main" id="{A0652075-9E34-4642-9DB0-CD2573A42253}"/>
                  </a:ext>
                </a:extLst>
              </p:cNvPr>
              <p:cNvSpPr txBox="1">
                <a:spLocks noChangeArrowheads="1"/>
              </p:cNvSpPr>
              <p:nvPr/>
            </p:nvSpPr>
            <p:spPr bwMode="auto">
              <a:xfrm>
                <a:off x="6538797" y="670851"/>
                <a:ext cx="1744980" cy="81019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filled with log</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empty</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with header</a:t>
                </a:r>
              </a:p>
            </p:txBody>
          </p:sp>
          <p:sp>
            <p:nvSpPr>
              <p:cNvPr id="96" name="Rectangle 95">
                <a:extLst>
                  <a:ext uri="{FF2B5EF4-FFF2-40B4-BE49-F238E27FC236}">
                    <a16:creationId xmlns:a16="http://schemas.microsoft.com/office/drawing/2014/main" id="{B08FA66F-FF03-4D70-93FA-0104BAB754FF}"/>
                  </a:ext>
                </a:extLst>
              </p:cNvPr>
              <p:cNvSpPr/>
              <p:nvPr/>
            </p:nvSpPr>
            <p:spPr>
              <a:xfrm>
                <a:off x="7986597" y="724186"/>
                <a:ext cx="163830" cy="191119"/>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7" name="Rectangle 96">
                <a:extLst>
                  <a:ext uri="{FF2B5EF4-FFF2-40B4-BE49-F238E27FC236}">
                    <a16:creationId xmlns:a16="http://schemas.microsoft.com/office/drawing/2014/main" id="{D938CABE-530D-4FB9-AEB2-A3D6D4CFC438}"/>
                  </a:ext>
                </a:extLst>
              </p:cNvPr>
              <p:cNvSpPr/>
              <p:nvPr/>
            </p:nvSpPr>
            <p:spPr>
              <a:xfrm>
                <a:off x="7994217" y="968641"/>
                <a:ext cx="164306" cy="19161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8" name="Rectangle 97">
                <a:extLst>
                  <a:ext uri="{FF2B5EF4-FFF2-40B4-BE49-F238E27FC236}">
                    <a16:creationId xmlns:a16="http://schemas.microsoft.com/office/drawing/2014/main" id="{7E90C26F-6CF0-446D-8E1C-6C2958359B79}"/>
                  </a:ext>
                </a:extLst>
              </p:cNvPr>
              <p:cNvSpPr/>
              <p:nvPr/>
            </p:nvSpPr>
            <p:spPr>
              <a:xfrm>
                <a:off x="7994217" y="1213096"/>
                <a:ext cx="164306" cy="19161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99" name="Group 98">
              <a:extLst>
                <a:ext uri="{FF2B5EF4-FFF2-40B4-BE49-F238E27FC236}">
                  <a16:creationId xmlns:a16="http://schemas.microsoft.com/office/drawing/2014/main" id="{D60AA7BD-AE6A-4558-808B-0E0531C98BCB}"/>
                </a:ext>
              </a:extLst>
            </p:cNvPr>
            <p:cNvGrpSpPr/>
            <p:nvPr/>
          </p:nvGrpSpPr>
          <p:grpSpPr>
            <a:xfrm>
              <a:off x="6164223" y="3948414"/>
              <a:ext cx="1744980" cy="810192"/>
              <a:chOff x="6538797" y="670851"/>
              <a:chExt cx="1744980" cy="810192"/>
            </a:xfrm>
          </p:grpSpPr>
          <p:sp>
            <p:nvSpPr>
              <p:cNvPr id="100" name="Text Box 2">
                <a:extLst>
                  <a:ext uri="{FF2B5EF4-FFF2-40B4-BE49-F238E27FC236}">
                    <a16:creationId xmlns:a16="http://schemas.microsoft.com/office/drawing/2014/main" id="{DF7FEE41-8726-4B3F-840C-C0593754A4F9}"/>
                  </a:ext>
                </a:extLst>
              </p:cNvPr>
              <p:cNvSpPr txBox="1">
                <a:spLocks noChangeArrowheads="1"/>
              </p:cNvSpPr>
              <p:nvPr/>
            </p:nvSpPr>
            <p:spPr bwMode="auto">
              <a:xfrm>
                <a:off x="6538797" y="670851"/>
                <a:ext cx="1744980" cy="81019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filled with log</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empty</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with header</a:t>
                </a:r>
              </a:p>
            </p:txBody>
          </p:sp>
          <p:sp>
            <p:nvSpPr>
              <p:cNvPr id="101" name="Rectangle 100">
                <a:extLst>
                  <a:ext uri="{FF2B5EF4-FFF2-40B4-BE49-F238E27FC236}">
                    <a16:creationId xmlns:a16="http://schemas.microsoft.com/office/drawing/2014/main" id="{4504CABD-C78E-4FD0-A9B4-C1F2A6098A56}"/>
                  </a:ext>
                </a:extLst>
              </p:cNvPr>
              <p:cNvSpPr/>
              <p:nvPr/>
            </p:nvSpPr>
            <p:spPr>
              <a:xfrm>
                <a:off x="7986597" y="724186"/>
                <a:ext cx="163830" cy="191119"/>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02" name="Rectangle 101">
                <a:extLst>
                  <a:ext uri="{FF2B5EF4-FFF2-40B4-BE49-F238E27FC236}">
                    <a16:creationId xmlns:a16="http://schemas.microsoft.com/office/drawing/2014/main" id="{17818D83-4FFF-420C-AEDC-C2E9A9539705}"/>
                  </a:ext>
                </a:extLst>
              </p:cNvPr>
              <p:cNvSpPr/>
              <p:nvPr/>
            </p:nvSpPr>
            <p:spPr>
              <a:xfrm>
                <a:off x="7994217" y="968641"/>
                <a:ext cx="164306" cy="19161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03" name="Rectangle 102">
                <a:extLst>
                  <a:ext uri="{FF2B5EF4-FFF2-40B4-BE49-F238E27FC236}">
                    <a16:creationId xmlns:a16="http://schemas.microsoft.com/office/drawing/2014/main" id="{CCA81073-9DCF-4690-A7C4-6D93F786F94D}"/>
                  </a:ext>
                </a:extLst>
              </p:cNvPr>
              <p:cNvSpPr/>
              <p:nvPr/>
            </p:nvSpPr>
            <p:spPr>
              <a:xfrm>
                <a:off x="7994217" y="1213096"/>
                <a:ext cx="164306" cy="19161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sp>
        <p:nvSpPr>
          <p:cNvPr id="3" name="TextBox 2">
            <a:extLst>
              <a:ext uri="{FF2B5EF4-FFF2-40B4-BE49-F238E27FC236}">
                <a16:creationId xmlns:a16="http://schemas.microsoft.com/office/drawing/2014/main" id="{9C17F728-E306-49B0-8429-E373C1BB5B2F}"/>
              </a:ext>
            </a:extLst>
          </p:cNvPr>
          <p:cNvSpPr txBox="1"/>
          <p:nvPr/>
        </p:nvSpPr>
        <p:spPr>
          <a:xfrm>
            <a:off x="1304748" y="584098"/>
            <a:ext cx="6461794" cy="400110"/>
          </a:xfrm>
          <a:prstGeom prst="rect">
            <a:avLst/>
          </a:prstGeom>
          <a:noFill/>
        </p:spPr>
        <p:txBody>
          <a:bodyPr wrap="square" rtlCol="0">
            <a:spAutoFit/>
          </a:bodyPr>
          <a:lstStyle/>
          <a:p>
            <a:r>
              <a:rPr lang="en-IN" sz="2000" dirty="0">
                <a:latin typeface="+mj-lt"/>
              </a:rPr>
              <a:t>Variation of the WP and filling if flash on writing an entry</a:t>
            </a:r>
          </a:p>
        </p:txBody>
      </p:sp>
      <p:sp>
        <p:nvSpPr>
          <p:cNvPr id="15" name="TextBox 14">
            <a:extLst>
              <a:ext uri="{FF2B5EF4-FFF2-40B4-BE49-F238E27FC236}">
                <a16:creationId xmlns:a16="http://schemas.microsoft.com/office/drawing/2014/main" id="{54639AF8-1918-4FB9-958D-6196B55EE46C}"/>
              </a:ext>
            </a:extLst>
          </p:cNvPr>
          <p:cNvSpPr txBox="1"/>
          <p:nvPr/>
        </p:nvSpPr>
        <p:spPr>
          <a:xfrm>
            <a:off x="6598726" y="1512581"/>
            <a:ext cx="2067594" cy="4619854"/>
          </a:xfrm>
          <a:prstGeom prst="rect">
            <a:avLst/>
          </a:prstGeom>
          <a:noFill/>
        </p:spPr>
        <p:txBody>
          <a:bodyPr wrap="square" rtlCol="0">
            <a:spAutoFit/>
          </a:bodyPr>
          <a:lstStyle/>
          <a:p>
            <a:pPr>
              <a:lnSpc>
                <a:spcPct val="150000"/>
              </a:lnSpc>
            </a:pPr>
            <a:r>
              <a:rPr lang="en-IN" dirty="0">
                <a:latin typeface="Calibri" panose="020F0502020204030204" pitchFamily="34" charset="0"/>
                <a:cs typeface="Calibri" panose="020F0502020204030204" pitchFamily="34" charset="0"/>
              </a:rPr>
              <a:t>When an entry is written into the flash, the log is written into the position currently pointed to by the WP and then the WP is updated to point to the location after the log.</a:t>
            </a:r>
          </a:p>
        </p:txBody>
      </p:sp>
    </p:spTree>
    <p:extLst>
      <p:ext uri="{BB962C8B-B14F-4D97-AF65-F5344CB8AC3E}">
        <p14:creationId xmlns:p14="http://schemas.microsoft.com/office/powerpoint/2010/main" val="1355401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192D-8BC0-4863-9A37-CB9C47800B6F}"/>
              </a:ext>
            </a:extLst>
          </p:cNvPr>
          <p:cNvSpPr>
            <a:spLocks noGrp="1"/>
          </p:cNvSpPr>
          <p:nvPr>
            <p:ph type="title"/>
          </p:nvPr>
        </p:nvSpPr>
        <p:spPr/>
        <p:txBody>
          <a:bodyPr/>
          <a:lstStyle/>
          <a:p>
            <a:pPr algn="ctr"/>
            <a:r>
              <a:rPr lang="en-US" sz="2000" b="1" dirty="0">
                <a:effectLst/>
                <a:ea typeface="Calibri" panose="020F0502020204030204" pitchFamily="34" charset="0"/>
                <a:cs typeface="Calibri" panose="020F0502020204030204" pitchFamily="34" charset="0"/>
              </a:rPr>
              <a:t>READING AN ENTRY</a:t>
            </a:r>
            <a:br>
              <a:rPr lang="en-US" sz="2000" b="1" dirty="0">
                <a:effectLst/>
                <a:latin typeface="Calibri" panose="020F0502020204030204" pitchFamily="34" charset="0"/>
                <a:ea typeface="Calibri" panose="020F0502020204030204" pitchFamily="34" charset="0"/>
                <a:cs typeface="Calibri" panose="020F0502020204030204" pitchFamily="34" charset="0"/>
              </a:rPr>
            </a:br>
            <a:endParaRPr lang="en-IN" sz="2000"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406DF2F-BA86-49D1-9634-02240566AC4E}"/>
                  </a:ext>
                </a:extLst>
              </p:cNvPr>
              <p:cNvSpPr txBox="1"/>
              <p:nvPr/>
            </p:nvSpPr>
            <p:spPr>
              <a:xfrm>
                <a:off x="753626" y="916380"/>
                <a:ext cx="7285054" cy="5829288"/>
              </a:xfrm>
              <a:prstGeom prst="rect">
                <a:avLst/>
              </a:prstGeom>
              <a:noFill/>
            </p:spPr>
            <p:txBody>
              <a:bodyPr wrap="square" rtlCol="0">
                <a:spAutoFit/>
              </a:bodyPr>
              <a:lstStyle/>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Check if the given log number is lesser than the total log count given by the GetLogCount function.</a:t>
                </a:r>
              </a:p>
              <a:p>
                <a:pPr marL="342900" lvl="0" indent="-34290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Calculate the address to write to using the RP and WP and log number (given by user).</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457200">
                  <a:lnSpc>
                    <a:spcPct val="106000"/>
                  </a:lnSpc>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Calibri" panose="020F0502020204030204" pitchFamily="34" charset="0"/>
                          <a:cs typeface="Mangal" panose="02040503050203030202" pitchFamily="18" charset="0"/>
                        </a:rPr>
                        <m:t>𝐴𝑑𝑑𝑟𝑒𝑠</m:t>
                      </m:r>
                      <m:r>
                        <a:rPr lang="en-US" b="0" i="1" smtClean="0">
                          <a:effectLst/>
                          <a:latin typeface="Cambria Math" panose="02040503050406030204" pitchFamily="18" charset="0"/>
                          <a:ea typeface="Calibri" panose="020F0502020204030204" pitchFamily="34" charset="0"/>
                          <a:cs typeface="Mangal" panose="02040503050203030202" pitchFamily="18" charset="0"/>
                        </a:rPr>
                        <m:t>𝑠</m:t>
                      </m:r>
                      <m:r>
                        <a:rPr lang="en-US" i="1">
                          <a:effectLst/>
                          <a:latin typeface="Cambria Math" panose="02040503050406030204" pitchFamily="18" charset="0"/>
                          <a:ea typeface="Calibri" panose="020F0502020204030204" pitchFamily="34" charset="0"/>
                          <a:cs typeface="Mangal" panose="02040503050203030202" pitchFamily="18" charset="0"/>
                        </a:rPr>
                        <m:t>=</m:t>
                      </m:r>
                      <m:r>
                        <a:rPr lang="en-US" i="1">
                          <a:effectLst/>
                          <a:latin typeface="Cambria Math" panose="02040503050406030204" pitchFamily="18" charset="0"/>
                          <a:ea typeface="Calibri" panose="020F0502020204030204" pitchFamily="34" charset="0"/>
                          <a:cs typeface="Mangal" panose="02040503050203030202" pitchFamily="18" charset="0"/>
                        </a:rPr>
                        <m:t>𝑅𝑃</m:t>
                      </m:r>
                      <m:r>
                        <a:rPr lang="en-US" i="1">
                          <a:effectLst/>
                          <a:latin typeface="Cambria Math" panose="02040503050406030204" pitchFamily="18" charset="0"/>
                          <a:ea typeface="Calibri" panose="020F0502020204030204" pitchFamily="34" charset="0"/>
                          <a:cs typeface="Mangal" panose="02040503050203030202" pitchFamily="18" charset="0"/>
                        </a:rPr>
                        <m:t>+</m:t>
                      </m:r>
                      <m:r>
                        <a:rPr lang="en-US" i="1">
                          <a:effectLst/>
                          <a:latin typeface="Cambria Math" panose="02040503050406030204" pitchFamily="18" charset="0"/>
                          <a:ea typeface="Calibri" panose="020F0502020204030204" pitchFamily="34" charset="0"/>
                          <a:cs typeface="Mangal" panose="02040503050203030202" pitchFamily="18" charset="0"/>
                        </a:rPr>
                        <m:t>𝐵𝑙𝑜𝑐𝑘𝑆𝑖𝑧𝑒</m:t>
                      </m:r>
                      <m:r>
                        <a:rPr lang="en-IN" i="1">
                          <a:effectLst/>
                          <a:latin typeface="Cambria Math" panose="02040503050406030204" pitchFamily="18" charset="0"/>
                          <a:ea typeface="Calibri" panose="020F0502020204030204" pitchFamily="34" charset="0"/>
                          <a:cs typeface="Calibri" panose="020F0502020204030204" pitchFamily="34" charset="0"/>
                        </a:rPr>
                        <m:t>×</m:t>
                      </m:r>
                      <m:d>
                        <m:dPr>
                          <m:ctrlPr>
                            <a:rPr lang="en-IN" i="1">
                              <a:effectLst/>
                              <a:latin typeface="Cambria Math" panose="02040503050406030204" pitchFamily="18" charset="0"/>
                              <a:ea typeface="Calibri" panose="020F0502020204030204" pitchFamily="34" charset="0"/>
                              <a:cs typeface="Mangal" panose="02040503050203030202" pitchFamily="18" charset="0"/>
                            </a:rPr>
                          </m:ctrlPr>
                        </m:dPr>
                        <m:e>
                          <m:f>
                            <m:fPr>
                              <m:ctrlPr>
                                <a:rPr lang="en-IN" i="1">
                                  <a:effectLst/>
                                  <a:latin typeface="Cambria Math" panose="02040503050406030204" pitchFamily="18" charset="0"/>
                                  <a:ea typeface="Calibri" panose="020F0502020204030204" pitchFamily="34" charset="0"/>
                                  <a:cs typeface="Mangal" panose="02040503050203030202" pitchFamily="18" charset="0"/>
                                </a:rPr>
                              </m:ctrlPr>
                            </m:fPr>
                            <m:num>
                              <m:r>
                                <a:rPr lang="en-US" i="1">
                                  <a:effectLst/>
                                  <a:latin typeface="Cambria Math" panose="02040503050406030204" pitchFamily="18" charset="0"/>
                                  <a:ea typeface="Calibri" panose="020F0502020204030204" pitchFamily="34" charset="0"/>
                                  <a:cs typeface="Mangal" panose="02040503050203030202" pitchFamily="18" charset="0"/>
                                </a:rPr>
                                <m:t>𝐿𝑜𝑔𝑁𝑢𝑚𝑏𝑒𝑟</m:t>
                              </m:r>
                            </m:num>
                            <m:den>
                              <m:r>
                                <a:rPr lang="en-US" i="1">
                                  <a:effectLst/>
                                  <a:latin typeface="Cambria Math" panose="02040503050406030204" pitchFamily="18" charset="0"/>
                                  <a:ea typeface="Calibri" panose="020F0502020204030204" pitchFamily="34" charset="0"/>
                                  <a:cs typeface="Mangal" panose="02040503050203030202" pitchFamily="18" charset="0"/>
                                </a:rPr>
                                <m:t>𝐸𝑛𝑡𝑟𝑖𝑒𝑠𝑃𝑒𝑟𝐵𝑙𝑜𝑐𝑘</m:t>
                              </m:r>
                            </m:den>
                          </m:f>
                        </m:e>
                      </m:d>
                    </m:oMath>
                  </m:oMathPara>
                </a14:m>
                <a:endParaRPr lang="en-US" i="1" dirty="0">
                  <a:effectLst/>
                  <a:latin typeface="Cambria Math" panose="02040503050406030204" pitchFamily="18" charset="0"/>
                  <a:ea typeface="Calibri" panose="020F0502020204030204" pitchFamily="34" charset="0"/>
                  <a:cs typeface="Mangal" panose="02040503050203030202" pitchFamily="18" charset="0"/>
                </a:endParaRPr>
              </a:p>
              <a:p>
                <a:pPr marL="457200">
                  <a:lnSpc>
                    <a:spcPct val="106000"/>
                  </a:lnSpc>
                </a:pPr>
                <a:r>
                  <a:rPr lang="en-US" dirty="0">
                    <a:effectLst/>
                    <a:ea typeface="Calibri" panose="020F0502020204030204" pitchFamily="34" charset="0"/>
                    <a:cs typeface="Mangal" panose="02040503050203030202" pitchFamily="18" charset="0"/>
                  </a:rPr>
                  <a:t>                          </a:t>
                </a:r>
                <a14:m>
                  <m:oMath xmlns:m="http://schemas.openxmlformats.org/officeDocument/2006/math">
                    <m:r>
                      <a:rPr lang="en-US" i="1">
                        <a:effectLst/>
                        <a:latin typeface="Cambria Math" panose="02040503050406030204" pitchFamily="18" charset="0"/>
                        <a:ea typeface="Calibri" panose="020F0502020204030204" pitchFamily="34" charset="0"/>
                        <a:cs typeface="Mangal" panose="02040503050203030202" pitchFamily="18" charset="0"/>
                      </a:rPr>
                      <m:t>+</m:t>
                    </m:r>
                    <m:r>
                      <a:rPr lang="en-US" i="1">
                        <a:effectLst/>
                        <a:latin typeface="Cambria Math" panose="02040503050406030204" pitchFamily="18" charset="0"/>
                        <a:ea typeface="Calibri" panose="020F0502020204030204" pitchFamily="34" charset="0"/>
                        <a:cs typeface="Mangal" panose="02040503050203030202" pitchFamily="18" charset="0"/>
                      </a:rPr>
                      <m:t>𝐸𝑛𝑡𝑟𝑦𝑆𝑖𝑧𝑒</m:t>
                    </m:r>
                    <m:r>
                      <a:rPr lang="en-IN" i="1" smtClean="0">
                        <a:effectLst/>
                        <a:latin typeface="Cambria Math" panose="02040503050406030204" pitchFamily="18" charset="0"/>
                        <a:ea typeface="Calibri" panose="020F0502020204030204" pitchFamily="34" charset="0"/>
                        <a:cs typeface="Calibri" panose="020F0502020204030204" pitchFamily="34" charset="0"/>
                      </a:rPr>
                      <m:t>×</m:t>
                    </m:r>
                    <m:r>
                      <a:rPr lang="en-IN" i="1">
                        <a:effectLst/>
                        <a:latin typeface="Cambria Math" panose="02040503050406030204" pitchFamily="18" charset="0"/>
                        <a:ea typeface="Calibri" panose="020F0502020204030204" pitchFamily="34" charset="0"/>
                        <a:cs typeface="Calibri" panose="020F0502020204030204" pitchFamily="34" charset="0"/>
                      </a:rPr>
                      <m:t>(</m:t>
                    </m:r>
                    <m:r>
                      <a:rPr lang="en-IN" i="1">
                        <a:effectLst/>
                        <a:latin typeface="Cambria Math" panose="02040503050406030204" pitchFamily="18" charset="0"/>
                        <a:ea typeface="Calibri" panose="020F0502020204030204" pitchFamily="34" charset="0"/>
                        <a:cs typeface="Calibri" panose="020F0502020204030204" pitchFamily="34" charset="0"/>
                      </a:rPr>
                      <m:t>𝐿𝑜𝑔𝑁𝑢𝑚𝑏𝑒𝑟</m:t>
                    </m:r>
                    <m:r>
                      <a:rPr lang="en-IN" i="1">
                        <a:effectLst/>
                        <a:latin typeface="Cambria Math" panose="02040503050406030204" pitchFamily="18" charset="0"/>
                        <a:ea typeface="Calibri" panose="020F0502020204030204" pitchFamily="34" charset="0"/>
                        <a:cs typeface="Calibri" panose="020F0502020204030204" pitchFamily="34" charset="0"/>
                      </a:rPr>
                      <m:t> % </m:t>
                    </m:r>
                    <m:r>
                      <a:rPr lang="en-IN" i="1">
                        <a:effectLst/>
                        <a:latin typeface="Cambria Math" panose="02040503050406030204" pitchFamily="18" charset="0"/>
                        <a:ea typeface="Calibri" panose="020F0502020204030204" pitchFamily="34" charset="0"/>
                        <a:cs typeface="Calibri" panose="020F0502020204030204" pitchFamily="34" charset="0"/>
                      </a:rPr>
                      <m:t>𝐸𝑛𝑡𝑟𝑖𝑒𝑠𝑃𝑒𝑟𝐵𝑙𝑜𝑐𝑘</m:t>
                    </m:r>
                    <m:r>
                      <a:rPr lang="en-IN" i="1">
                        <a:effectLst/>
                        <a:latin typeface="Cambria Math" panose="02040503050406030204" pitchFamily="18" charset="0"/>
                        <a:ea typeface="Calibri" panose="020F0502020204030204" pitchFamily="34" charset="0"/>
                        <a:cs typeface="Calibri" panose="020F0502020204030204" pitchFamily="34" charset="0"/>
                      </a:rPr>
                      <m:t>)</m:t>
                    </m:r>
                  </m:oMath>
                </a14:m>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457200">
                  <a:lnSpc>
                    <a:spcPct val="106000"/>
                  </a:lnSpc>
                </a:pPr>
                <a:r>
                  <a:rPr lang="en-US" dirty="0">
                    <a:effectLst/>
                    <a:latin typeface="Calibri" panose="020F0502020204030204" pitchFamily="34" charset="0"/>
                    <a:ea typeface="Calibri" panose="020F0502020204030204" pitchFamily="34" charset="0"/>
                    <a:cs typeface="Calibri" panose="020F0502020204030204" pitchFamily="34" charset="0"/>
                  </a:rPr>
                  <a:t> </a:t>
                </a: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Read the entry from the address calculated in the previous step into a buffer.</a:t>
                </a:r>
              </a:p>
              <a:p>
                <a:pPr marL="342900" lvl="0" indent="-34290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Calculate the CRC from the read entry and compare with the CRC stored in the entry.</a:t>
                </a:r>
              </a:p>
              <a:p>
                <a:pPr marL="342900" lvl="0" indent="-34290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spcAft>
                    <a:spcPts val="800"/>
                  </a:spcAft>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If the CRC matches then the log is not corrupt and the data is copied from the buffer into the pointer passed by the user otherwise the log is corrupt and the data is not copied to the pointer.</a:t>
                </a:r>
                <a:endParaRPr lang="en-IN" dirty="0">
                  <a:effectLst/>
                  <a:latin typeface="Calibri" panose="020F0502020204030204" pitchFamily="34" charset="0"/>
                  <a:ea typeface="Calibri" panose="020F0502020204030204" pitchFamily="34" charset="0"/>
                  <a:cs typeface="Calibri" panose="020F0502020204030204" pitchFamily="34" charset="0"/>
                </a:endParaRPr>
              </a:p>
              <a:p>
                <a:endParaRPr lang="en-IN" dirty="0"/>
              </a:p>
            </p:txBody>
          </p:sp>
        </mc:Choice>
        <mc:Fallback>
          <p:sp>
            <p:nvSpPr>
              <p:cNvPr id="4" name="TextBox 3">
                <a:extLst>
                  <a:ext uri="{FF2B5EF4-FFF2-40B4-BE49-F238E27FC236}">
                    <a16:creationId xmlns:a16="http://schemas.microsoft.com/office/drawing/2014/main" id="{6406DF2F-BA86-49D1-9634-02240566AC4E}"/>
                  </a:ext>
                </a:extLst>
              </p:cNvPr>
              <p:cNvSpPr txBox="1">
                <a:spLocks noRot="1" noChangeAspect="1" noMove="1" noResize="1" noEditPoints="1" noAdjustHandles="1" noChangeArrowheads="1" noChangeShapeType="1" noTextEdit="1"/>
              </p:cNvSpPr>
              <p:nvPr/>
            </p:nvSpPr>
            <p:spPr>
              <a:xfrm>
                <a:off x="753626" y="916380"/>
                <a:ext cx="7285054" cy="5829288"/>
              </a:xfrm>
              <a:prstGeom prst="rect">
                <a:avLst/>
              </a:prstGeom>
              <a:blipFill>
                <a:blip r:embed="rId2"/>
                <a:stretch>
                  <a:fillRect l="-586" t="-418" r="-335"/>
                </a:stretch>
              </a:blipFill>
            </p:spPr>
            <p:txBody>
              <a:bodyPr/>
              <a:lstStyle/>
              <a:p>
                <a:r>
                  <a:rPr lang="en-IN">
                    <a:noFill/>
                  </a:rPr>
                  <a:t> </a:t>
                </a:r>
              </a:p>
            </p:txBody>
          </p:sp>
        </mc:Fallback>
      </mc:AlternateContent>
    </p:spTree>
    <p:extLst>
      <p:ext uri="{BB962C8B-B14F-4D97-AF65-F5344CB8AC3E}">
        <p14:creationId xmlns:p14="http://schemas.microsoft.com/office/powerpoint/2010/main" val="3813054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FC6A3C2D-F48D-4E6B-9EA8-D35A12881DB2}"/>
              </a:ext>
            </a:extLst>
          </p:cNvPr>
          <p:cNvSpPr txBox="1"/>
          <p:nvPr/>
        </p:nvSpPr>
        <p:spPr>
          <a:xfrm>
            <a:off x="1739162" y="422338"/>
            <a:ext cx="5938576" cy="400110"/>
          </a:xfrm>
          <a:prstGeom prst="rect">
            <a:avLst/>
          </a:prstGeom>
          <a:noFill/>
        </p:spPr>
        <p:txBody>
          <a:bodyPr wrap="square" rtlCol="0">
            <a:spAutoFit/>
          </a:bodyPr>
          <a:lstStyle/>
          <a:p>
            <a:pPr algn="ctr"/>
            <a:r>
              <a:rPr lang="en-IN" sz="2000" dirty="0">
                <a:latin typeface="+mj-lt"/>
              </a:rPr>
              <a:t>Reading a Log Entry</a:t>
            </a:r>
          </a:p>
        </p:txBody>
      </p:sp>
      <p:grpSp>
        <p:nvGrpSpPr>
          <p:cNvPr id="57" name="Group 56">
            <a:extLst>
              <a:ext uri="{FF2B5EF4-FFF2-40B4-BE49-F238E27FC236}">
                <a16:creationId xmlns:a16="http://schemas.microsoft.com/office/drawing/2014/main" id="{935BEB64-96BC-4D6D-8C9E-E8D6A5313185}"/>
              </a:ext>
            </a:extLst>
          </p:cNvPr>
          <p:cNvGrpSpPr/>
          <p:nvPr/>
        </p:nvGrpSpPr>
        <p:grpSpPr>
          <a:xfrm>
            <a:off x="3289910" y="942984"/>
            <a:ext cx="3512798" cy="5392876"/>
            <a:chOff x="3289910" y="942984"/>
            <a:chExt cx="3512798" cy="5392876"/>
          </a:xfrm>
        </p:grpSpPr>
        <p:grpSp>
          <p:nvGrpSpPr>
            <p:cNvPr id="4" name="Group 3">
              <a:extLst>
                <a:ext uri="{FF2B5EF4-FFF2-40B4-BE49-F238E27FC236}">
                  <a16:creationId xmlns:a16="http://schemas.microsoft.com/office/drawing/2014/main" id="{BBAD4B23-99AA-489A-9D0A-2C37341CE87F}"/>
                </a:ext>
              </a:extLst>
            </p:cNvPr>
            <p:cNvGrpSpPr/>
            <p:nvPr/>
          </p:nvGrpSpPr>
          <p:grpSpPr>
            <a:xfrm>
              <a:off x="3289910" y="942984"/>
              <a:ext cx="3512798" cy="5392876"/>
              <a:chOff x="3802376" y="974646"/>
              <a:chExt cx="3512798" cy="5392876"/>
            </a:xfrm>
          </p:grpSpPr>
          <p:grpSp>
            <p:nvGrpSpPr>
              <p:cNvPr id="10" name="Group 9">
                <a:extLst>
                  <a:ext uri="{FF2B5EF4-FFF2-40B4-BE49-F238E27FC236}">
                    <a16:creationId xmlns:a16="http://schemas.microsoft.com/office/drawing/2014/main" id="{80382591-A1AA-4199-9FF7-116FF3634278}"/>
                  </a:ext>
                </a:extLst>
              </p:cNvPr>
              <p:cNvGrpSpPr/>
              <p:nvPr/>
            </p:nvGrpSpPr>
            <p:grpSpPr>
              <a:xfrm>
                <a:off x="3802376" y="974646"/>
                <a:ext cx="3512798" cy="5392876"/>
                <a:chOff x="3229620" y="746518"/>
                <a:chExt cx="3512798" cy="5392876"/>
              </a:xfrm>
            </p:grpSpPr>
            <p:sp>
              <p:nvSpPr>
                <p:cNvPr id="14" name="Oval 13">
                  <a:extLst>
                    <a:ext uri="{FF2B5EF4-FFF2-40B4-BE49-F238E27FC236}">
                      <a16:creationId xmlns:a16="http://schemas.microsoft.com/office/drawing/2014/main" id="{68031DC2-449E-4607-871A-7D9FB6BD4426}"/>
                    </a:ext>
                  </a:extLst>
                </p:cNvPr>
                <p:cNvSpPr/>
                <p:nvPr/>
              </p:nvSpPr>
              <p:spPr>
                <a:xfrm>
                  <a:off x="3451859" y="746518"/>
                  <a:ext cx="1120140" cy="400050"/>
                </a:xfrm>
                <a:prstGeom prst="ellipse">
                  <a:avLst/>
                </a:prstGeom>
                <a:solidFill>
                  <a:srgbClr val="FA4B2E"/>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dirty="0">
                      <a:ln>
                        <a:noFill/>
                      </a:ln>
                      <a:solidFill>
                        <a:schemeClr val="tx1"/>
                      </a:solidFill>
                      <a:effectLst/>
                      <a:ea typeface="Calibri" panose="020F0502020204030204" pitchFamily="34" charset="0"/>
                      <a:cs typeface="Times New Roman" panose="02020603050405020304" pitchFamily="18" charset="0"/>
                    </a:rPr>
                    <a:t>Start</a:t>
                  </a:r>
                  <a:endParaRPr lang="en-IN" sz="1100" dirty="0">
                    <a:solidFill>
                      <a:schemeClr val="tx1"/>
                    </a:solidFill>
                    <a:effectLst/>
                    <a:ea typeface="Calibri" panose="020F0502020204030204" pitchFamily="34" charset="0"/>
                    <a:cs typeface="Times New Roman" panose="02020603050405020304" pitchFamily="18" charset="0"/>
                  </a:endParaRPr>
                </a:p>
              </p:txBody>
            </p:sp>
            <p:sp>
              <p:nvSpPr>
                <p:cNvPr id="15" name="Oval 58">
                  <a:extLst>
                    <a:ext uri="{FF2B5EF4-FFF2-40B4-BE49-F238E27FC236}">
                      <a16:creationId xmlns:a16="http://schemas.microsoft.com/office/drawing/2014/main" id="{859164EB-BE5E-4D0F-9661-26C0A12ED7CA}"/>
                    </a:ext>
                  </a:extLst>
                </p:cNvPr>
                <p:cNvSpPr>
                  <a:spLocks noChangeArrowheads="1"/>
                </p:cNvSpPr>
                <p:nvPr/>
              </p:nvSpPr>
              <p:spPr bwMode="auto">
                <a:xfrm>
                  <a:off x="3451223" y="5710769"/>
                  <a:ext cx="1120775" cy="428625"/>
                </a:xfrm>
                <a:prstGeom prst="ellipse">
                  <a:avLst/>
                </a:prstGeom>
                <a:solidFill>
                  <a:srgbClr val="FA4B2E"/>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End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62">
                  <a:extLst>
                    <a:ext uri="{FF2B5EF4-FFF2-40B4-BE49-F238E27FC236}">
                      <a16:creationId xmlns:a16="http://schemas.microsoft.com/office/drawing/2014/main" id="{65080B57-7C4D-4E16-A113-821255ED48AC}"/>
                    </a:ext>
                  </a:extLst>
                </p:cNvPr>
                <p:cNvSpPr>
                  <a:spLocks noChangeArrowheads="1"/>
                </p:cNvSpPr>
                <p:nvPr/>
              </p:nvSpPr>
              <p:spPr bwMode="auto">
                <a:xfrm>
                  <a:off x="3229620" y="1412931"/>
                  <a:ext cx="1563979" cy="790004"/>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100" dirty="0">
                      <a:latin typeface="Calibri" panose="020F0502020204030204" pitchFamily="34" charset="0"/>
                      <a:cs typeface="Calibri" panose="020F0502020204030204" pitchFamily="34" charset="0"/>
                    </a:rPr>
                    <a:t>Calculate the address to start reading from the flash using RP and log number</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17" name="Rectangle 62">
                  <a:extLst>
                    <a:ext uri="{FF2B5EF4-FFF2-40B4-BE49-F238E27FC236}">
                      <a16:creationId xmlns:a16="http://schemas.microsoft.com/office/drawing/2014/main" id="{F2FE9C6B-1FEE-44C5-8D18-28FC279DCF74}"/>
                    </a:ext>
                  </a:extLst>
                </p:cNvPr>
                <p:cNvSpPr>
                  <a:spLocks noChangeArrowheads="1"/>
                </p:cNvSpPr>
                <p:nvPr/>
              </p:nvSpPr>
              <p:spPr bwMode="auto">
                <a:xfrm>
                  <a:off x="3229620" y="3498736"/>
                  <a:ext cx="1563979" cy="564907"/>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Compute CRC of this entry and compare with stored CRC</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Diamond 61">
                  <a:extLst>
                    <a:ext uri="{FF2B5EF4-FFF2-40B4-BE49-F238E27FC236}">
                      <a16:creationId xmlns:a16="http://schemas.microsoft.com/office/drawing/2014/main" id="{80050CBD-B22D-4077-BE4F-A3EFB9F8F62D}"/>
                    </a:ext>
                  </a:extLst>
                </p:cNvPr>
                <p:cNvSpPr>
                  <a:spLocks noChangeArrowheads="1"/>
                </p:cNvSpPr>
                <p:nvPr/>
              </p:nvSpPr>
              <p:spPr bwMode="auto">
                <a:xfrm>
                  <a:off x="3229620" y="4390447"/>
                  <a:ext cx="1563979" cy="864785"/>
                </a:xfrm>
                <a:prstGeom prst="diamond">
                  <a:avLst/>
                </a:prstGeom>
                <a:solidFill>
                  <a:srgbClr val="8EAADB"/>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Do the CRCs match?</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19" name="Straight Arrow Connector 18">
                  <a:extLst>
                    <a:ext uri="{FF2B5EF4-FFF2-40B4-BE49-F238E27FC236}">
                      <a16:creationId xmlns:a16="http://schemas.microsoft.com/office/drawing/2014/main" id="{67F9184D-BDA7-4384-B58E-2C848E3DBA6A}"/>
                    </a:ext>
                  </a:extLst>
                </p:cNvPr>
                <p:cNvCxnSpPr>
                  <a:cxnSpLocks/>
                  <a:stCxn id="17" idx="2"/>
                  <a:endCxn id="18" idx="0"/>
                </p:cNvCxnSpPr>
                <p:nvPr/>
              </p:nvCxnSpPr>
              <p:spPr>
                <a:xfrm>
                  <a:off x="4011610" y="4063643"/>
                  <a:ext cx="0" cy="3268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Rectangle 62">
                  <a:extLst>
                    <a:ext uri="{FF2B5EF4-FFF2-40B4-BE49-F238E27FC236}">
                      <a16:creationId xmlns:a16="http://schemas.microsoft.com/office/drawing/2014/main" id="{7306E932-E15B-4F8B-B06D-DBDE359513FE}"/>
                    </a:ext>
                  </a:extLst>
                </p:cNvPr>
                <p:cNvSpPr>
                  <a:spLocks noChangeArrowheads="1"/>
                </p:cNvSpPr>
                <p:nvPr/>
              </p:nvSpPr>
              <p:spPr bwMode="auto">
                <a:xfrm>
                  <a:off x="5439686" y="4390447"/>
                  <a:ext cx="1302732" cy="864785"/>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Copy th</a:t>
                  </a:r>
                  <a:r>
                    <a:rPr lang="en-US" altLang="en-US" sz="1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e entry from the temporary array to the pointer passed by the user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21" name="Straight Arrow Connector 20">
                  <a:extLst>
                    <a:ext uri="{FF2B5EF4-FFF2-40B4-BE49-F238E27FC236}">
                      <a16:creationId xmlns:a16="http://schemas.microsoft.com/office/drawing/2014/main" id="{363FF133-B9D8-4EF0-BE50-CB8A29F66881}"/>
                    </a:ext>
                  </a:extLst>
                </p:cNvPr>
                <p:cNvCxnSpPr>
                  <a:cxnSpLocks/>
                  <a:stCxn id="18" idx="2"/>
                  <a:endCxn id="15" idx="0"/>
                </p:cNvCxnSpPr>
                <p:nvPr/>
              </p:nvCxnSpPr>
              <p:spPr>
                <a:xfrm>
                  <a:off x="4011610" y="5255232"/>
                  <a:ext cx="1" cy="4555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F2D20891-13D1-4BD1-A59F-74A5365261B8}"/>
                    </a:ext>
                  </a:extLst>
                </p:cNvPr>
                <p:cNvCxnSpPr>
                  <a:cxnSpLocks/>
                  <a:stCxn id="18" idx="3"/>
                  <a:endCxn id="20" idx="1"/>
                </p:cNvCxnSpPr>
                <p:nvPr/>
              </p:nvCxnSpPr>
              <p:spPr>
                <a:xfrm>
                  <a:off x="4793599" y="4822840"/>
                  <a:ext cx="64608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6" name="Rectangle 62">
                <a:extLst>
                  <a:ext uri="{FF2B5EF4-FFF2-40B4-BE49-F238E27FC236}">
                    <a16:creationId xmlns:a16="http://schemas.microsoft.com/office/drawing/2014/main" id="{02ED4050-6D9A-4D68-8EF9-A49F34967B71}"/>
                  </a:ext>
                </a:extLst>
              </p:cNvPr>
              <p:cNvSpPr>
                <a:spLocks noChangeArrowheads="1"/>
              </p:cNvSpPr>
              <p:nvPr/>
            </p:nvSpPr>
            <p:spPr bwMode="auto">
              <a:xfrm>
                <a:off x="3802376" y="2704525"/>
                <a:ext cx="1563979" cy="739888"/>
              </a:xfrm>
              <a:prstGeom prst="rect">
                <a:avLst/>
              </a:prstGeom>
              <a:solidFill>
                <a:srgbClr val="A8D08D"/>
              </a:solidFill>
              <a:ln w="12700">
                <a:solidFill>
                  <a:srgbClr val="1F3763"/>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Read the entry from the location pointed to by this address into a temporary array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7" name="Straight Arrow Connector 6">
                <a:extLst>
                  <a:ext uri="{FF2B5EF4-FFF2-40B4-BE49-F238E27FC236}">
                    <a16:creationId xmlns:a16="http://schemas.microsoft.com/office/drawing/2014/main" id="{05337C05-9F61-4570-B1D7-12B1976DA03C}"/>
                  </a:ext>
                </a:extLst>
              </p:cNvPr>
              <p:cNvCxnSpPr>
                <a:cxnSpLocks/>
                <a:stCxn id="14" idx="4"/>
                <a:endCxn id="16" idx="0"/>
              </p:cNvCxnSpPr>
              <p:nvPr/>
            </p:nvCxnSpPr>
            <p:spPr>
              <a:xfrm flipH="1">
                <a:off x="4584366" y="1374696"/>
                <a:ext cx="319" cy="2663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2489715C-AF58-4329-8F73-2895776C3BB4}"/>
                  </a:ext>
                </a:extLst>
              </p:cNvPr>
              <p:cNvCxnSpPr>
                <a:cxnSpLocks/>
                <a:stCxn id="16" idx="2"/>
                <a:endCxn id="6" idx="0"/>
              </p:cNvCxnSpPr>
              <p:nvPr/>
            </p:nvCxnSpPr>
            <p:spPr>
              <a:xfrm>
                <a:off x="4584366" y="2431063"/>
                <a:ext cx="0" cy="2734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3C96B3A1-7E8A-4B8A-B9D0-FEB8A42BA8DE}"/>
                  </a:ext>
                </a:extLst>
              </p:cNvPr>
              <p:cNvCxnSpPr>
                <a:cxnSpLocks/>
                <a:stCxn id="6" idx="2"/>
                <a:endCxn id="17" idx="0"/>
              </p:cNvCxnSpPr>
              <p:nvPr/>
            </p:nvCxnSpPr>
            <p:spPr>
              <a:xfrm>
                <a:off x="4584366" y="3444413"/>
                <a:ext cx="0" cy="2824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54" name="Connector: Elbow 53">
              <a:extLst>
                <a:ext uri="{FF2B5EF4-FFF2-40B4-BE49-F238E27FC236}">
                  <a16:creationId xmlns:a16="http://schemas.microsoft.com/office/drawing/2014/main" id="{2C61C572-1C5F-4D4C-8BBF-BF19901AC8FB}"/>
                </a:ext>
              </a:extLst>
            </p:cNvPr>
            <p:cNvCxnSpPr>
              <a:stCxn id="20" idx="2"/>
              <a:endCxn id="15" idx="6"/>
            </p:cNvCxnSpPr>
            <p:nvPr/>
          </p:nvCxnSpPr>
          <p:spPr>
            <a:xfrm rot="5400000">
              <a:off x="5056890" y="5027096"/>
              <a:ext cx="669850" cy="151905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17BB5BB8-53D3-49E3-B8AC-26D8376D7130}"/>
                </a:ext>
              </a:extLst>
            </p:cNvPr>
            <p:cNvSpPr txBox="1"/>
            <p:nvPr/>
          </p:nvSpPr>
          <p:spPr>
            <a:xfrm>
              <a:off x="3779338" y="5509623"/>
              <a:ext cx="381838" cy="276999"/>
            </a:xfrm>
            <a:prstGeom prst="rect">
              <a:avLst/>
            </a:prstGeom>
            <a:noFill/>
          </p:spPr>
          <p:txBody>
            <a:bodyPr wrap="square" rtlCol="0">
              <a:spAutoFit/>
            </a:bodyPr>
            <a:lstStyle/>
            <a:p>
              <a:r>
                <a:rPr lang="en-IN" sz="1200" dirty="0">
                  <a:latin typeface="Calibri" panose="020F0502020204030204" pitchFamily="34" charset="0"/>
                  <a:cs typeface="Calibri" panose="020F0502020204030204" pitchFamily="34" charset="0"/>
                </a:rPr>
                <a:t>No</a:t>
              </a:r>
            </a:p>
          </p:txBody>
        </p:sp>
        <p:sp>
          <p:nvSpPr>
            <p:cNvPr id="56" name="TextBox 55">
              <a:extLst>
                <a:ext uri="{FF2B5EF4-FFF2-40B4-BE49-F238E27FC236}">
                  <a16:creationId xmlns:a16="http://schemas.microsoft.com/office/drawing/2014/main" id="{3B05306A-154E-4E6B-80E0-AA12313E6191}"/>
                </a:ext>
              </a:extLst>
            </p:cNvPr>
            <p:cNvSpPr txBox="1"/>
            <p:nvPr/>
          </p:nvSpPr>
          <p:spPr>
            <a:xfrm>
              <a:off x="4959738" y="4791805"/>
              <a:ext cx="432077" cy="276999"/>
            </a:xfrm>
            <a:prstGeom prst="rect">
              <a:avLst/>
            </a:prstGeom>
            <a:noFill/>
          </p:spPr>
          <p:txBody>
            <a:bodyPr wrap="square" rtlCol="0">
              <a:spAutoFit/>
            </a:bodyPr>
            <a:lstStyle/>
            <a:p>
              <a:r>
                <a:rPr lang="en-IN" sz="1200" dirty="0">
                  <a:latin typeface="Calibri" panose="020F0502020204030204" pitchFamily="34" charset="0"/>
                  <a:cs typeface="Calibri" panose="020F0502020204030204" pitchFamily="34" charset="0"/>
                </a:rPr>
                <a:t>Yes</a:t>
              </a:r>
            </a:p>
          </p:txBody>
        </p:sp>
      </p:grpSp>
    </p:spTree>
    <p:extLst>
      <p:ext uri="{BB962C8B-B14F-4D97-AF65-F5344CB8AC3E}">
        <p14:creationId xmlns:p14="http://schemas.microsoft.com/office/powerpoint/2010/main" val="1020662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61C7E-8EAD-4F01-950D-E8A3A48D0BCB}"/>
              </a:ext>
            </a:extLst>
          </p:cNvPr>
          <p:cNvSpPr>
            <a:spLocks noGrp="1"/>
          </p:cNvSpPr>
          <p:nvPr>
            <p:ph type="title"/>
          </p:nvPr>
        </p:nvSpPr>
        <p:spPr/>
        <p:txBody>
          <a:bodyPr/>
          <a:lstStyle/>
          <a:p>
            <a:pPr algn="ctr"/>
            <a:r>
              <a:rPr lang="en-US" sz="2000" b="1" dirty="0">
                <a:effectLst/>
                <a:ea typeface="Calibri" panose="020F0502020204030204" pitchFamily="34" charset="0"/>
                <a:cs typeface="Calibri" panose="020F0502020204030204" pitchFamily="34" charset="0"/>
              </a:rPr>
              <a:t>UPDATING THE WP</a:t>
            </a:r>
            <a:br>
              <a:rPr lang="en-US" sz="2000" b="1" dirty="0">
                <a:effectLst/>
                <a:ea typeface="Calibri" panose="020F0502020204030204" pitchFamily="34" charset="0"/>
                <a:cs typeface="Calibri" panose="020F0502020204030204" pitchFamily="34" charset="0"/>
              </a:rPr>
            </a:br>
            <a:endParaRPr lang="en-IN" sz="20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BB0457B-984F-43A4-B4C7-D2FC14488477}"/>
                  </a:ext>
                </a:extLst>
              </p:cNvPr>
              <p:cNvSpPr txBox="1"/>
              <p:nvPr/>
            </p:nvSpPr>
            <p:spPr>
              <a:xfrm>
                <a:off x="572756" y="1276141"/>
                <a:ext cx="7978391" cy="4288803"/>
              </a:xfrm>
              <a:prstGeom prst="rect">
                <a:avLst/>
              </a:prstGeom>
              <a:noFill/>
            </p:spPr>
            <p:txBody>
              <a:bodyPr wrap="square" rtlCol="0">
                <a:spAutoFit/>
              </a:bodyPr>
              <a:lstStyle/>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Check if the current location to which the WP is pointing is empty and has space for a log before impeding onto the next block.</a:t>
                </a:r>
              </a:p>
              <a:p>
                <a:pPr marL="342900" lvl="0" indent="-34290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If the location is empty and has space for a log then we are done with updating the WP, else we add entry size to the WP.</a:t>
                </a:r>
              </a:p>
              <a:p>
                <a:pPr marL="342900" lvl="0" indent="-34290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Check if the WP is still in the same block.</a:t>
                </a:r>
              </a:p>
              <a:p>
                <a:pPr marL="342900" lvl="0" indent="-342900">
                  <a:lnSpc>
                    <a:spcPct val="106000"/>
                  </a:lnSpc>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Calibri" panose="020F0502020204030204" pitchFamily="34" charset="0"/>
                  </a:rPr>
                  <a:t>If the WP is still in the same block go to step 1. If the WP moved to the next block, then erase the block, write its header and move the WP to the location after the header.</a:t>
                </a:r>
                <a:endParaRPr lang="en-IN" dirty="0">
                  <a:latin typeface="Calibri" panose="020F0502020204030204" pitchFamily="34" charset="0"/>
                  <a:ea typeface="Calibri" panose="020F0502020204030204" pitchFamily="34" charset="0"/>
                  <a:cs typeface="Calibri" panose="020F0502020204030204" pitchFamily="34" charset="0"/>
                </a:endParaRPr>
              </a:p>
              <a:p>
                <a:pPr lvl="0">
                  <a:lnSpc>
                    <a:spcPct val="106000"/>
                  </a:lnSpc>
                </a:pPr>
                <a14:m>
                  <m:oMathPara xmlns:m="http://schemas.openxmlformats.org/officeDocument/2006/math">
                    <m:oMathParaPr>
                      <m:jc m:val="centerGroup"/>
                    </m:oMathParaPr>
                    <m:oMath xmlns:m="http://schemas.openxmlformats.org/officeDocument/2006/math">
                      <m:r>
                        <a:rPr lang="en-IN" i="1">
                          <a:effectLst/>
                          <a:latin typeface="Cambria Math" panose="02040503050406030204" pitchFamily="18" charset="0"/>
                          <a:ea typeface="Times New Roman" panose="02020603050405020304" pitchFamily="18" charset="0"/>
                          <a:cs typeface="Mangal" panose="02040503050203030202" pitchFamily="18" charset="0"/>
                        </a:rPr>
                        <m:t>𝑁𝑒𝑥𝑡𝐵𝑙𝑘𝐼𝑛𝑑𝑒𝑥</m:t>
                      </m:r>
                      <m:r>
                        <a:rPr lang="en-IN" i="1">
                          <a:effectLst/>
                          <a:latin typeface="Cambria Math" panose="02040503050406030204" pitchFamily="18" charset="0"/>
                          <a:ea typeface="Times New Roman" panose="02020603050405020304" pitchFamily="18" charset="0"/>
                          <a:cs typeface="Mangal" panose="02040503050203030202" pitchFamily="18" charset="0"/>
                        </a:rPr>
                        <m:t>=</m:t>
                      </m:r>
                      <m:d>
                        <m:dPr>
                          <m:ctrlPr>
                            <a:rPr lang="en-IN" i="1">
                              <a:effectLst/>
                              <a:latin typeface="Cambria Math" panose="02040503050406030204" pitchFamily="18" charset="0"/>
                              <a:ea typeface="Times New Roman" panose="02020603050405020304" pitchFamily="18" charset="0"/>
                              <a:cs typeface="Mangal" panose="02040503050203030202" pitchFamily="18" charset="0"/>
                            </a:rPr>
                          </m:ctrlPr>
                        </m:dPr>
                        <m:e>
                          <m:r>
                            <a:rPr lang="en-IN" i="1">
                              <a:effectLst/>
                              <a:latin typeface="Cambria Math" panose="02040503050406030204" pitchFamily="18" charset="0"/>
                              <a:ea typeface="Times New Roman" panose="02020603050405020304" pitchFamily="18" charset="0"/>
                              <a:cs typeface="Mangal" panose="02040503050203030202" pitchFamily="18" charset="0"/>
                            </a:rPr>
                            <m:t>𝑀𝑎𝑥𝐵𝑅𝑁𝐵𝑙𝑘𝐼𝑛𝑑𝑒𝑥</m:t>
                          </m:r>
                          <m:r>
                            <a:rPr lang="en-IN" i="1">
                              <a:effectLst/>
                              <a:latin typeface="Cambria Math" panose="02040503050406030204" pitchFamily="18" charset="0"/>
                              <a:ea typeface="Times New Roman" panose="02020603050405020304" pitchFamily="18" charset="0"/>
                              <a:cs typeface="Mangal" panose="02040503050203030202" pitchFamily="18" charset="0"/>
                            </a:rPr>
                            <m:t>+1</m:t>
                          </m:r>
                        </m:e>
                      </m:d>
                      <m:r>
                        <a:rPr lang="en-IN" i="1">
                          <a:effectLst/>
                          <a:latin typeface="Cambria Math" panose="02040503050406030204" pitchFamily="18" charset="0"/>
                          <a:ea typeface="Calibri" panose="020F0502020204030204" pitchFamily="34" charset="0"/>
                          <a:cs typeface="Calibri" panose="020F0502020204030204" pitchFamily="34" charset="0"/>
                        </a:rPr>
                        <m:t> % </m:t>
                      </m:r>
                      <m:r>
                        <a:rPr lang="en-IN" i="1">
                          <a:effectLst/>
                          <a:latin typeface="Cambria Math" panose="02040503050406030204" pitchFamily="18" charset="0"/>
                          <a:ea typeface="Calibri" panose="020F0502020204030204" pitchFamily="34" charset="0"/>
                          <a:cs typeface="Calibri" panose="020F0502020204030204" pitchFamily="34" charset="0"/>
                        </a:rPr>
                        <m:t>𝑇𝑜𝑡𝑎𝑙𝐵𝑙𝑜𝑐𝑘𝑠</m:t>
                      </m:r>
                    </m:oMath>
                  </m:oMathPara>
                </a14:m>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498475">
                  <a:lnSpc>
                    <a:spcPct val="106000"/>
                  </a:lnSpc>
                  <a:spcAft>
                    <a:spcPts val="800"/>
                  </a:spcAft>
                </a:pPr>
                <a14:m>
                  <m:oMathPara xmlns:m="http://schemas.openxmlformats.org/officeDocument/2006/math">
                    <m:oMathParaPr>
                      <m:jc m:val="centerGroup"/>
                    </m:oMathParaPr>
                    <m:oMath xmlns:m="http://schemas.openxmlformats.org/officeDocument/2006/math">
                      <m:r>
                        <a:rPr lang="en-IN" i="1">
                          <a:effectLst/>
                          <a:latin typeface="Cambria Math" panose="02040503050406030204" pitchFamily="18" charset="0"/>
                          <a:ea typeface="Times New Roman" panose="02020603050405020304" pitchFamily="18" charset="0"/>
                          <a:cs typeface="Mangal" panose="02040503050203030202" pitchFamily="18" charset="0"/>
                        </a:rPr>
                        <m:t>𝑊𝑃</m:t>
                      </m:r>
                      <m:r>
                        <a:rPr lang="en-IN" i="1">
                          <a:effectLst/>
                          <a:latin typeface="Cambria Math" panose="02040503050406030204" pitchFamily="18" charset="0"/>
                          <a:ea typeface="Times New Roman" panose="02020603050405020304" pitchFamily="18" charset="0"/>
                          <a:cs typeface="Mangal" panose="02040503050203030202" pitchFamily="18" charset="0"/>
                        </a:rPr>
                        <m:t>=</m:t>
                      </m:r>
                      <m:r>
                        <a:rPr lang="en-IN" i="1">
                          <a:effectLst/>
                          <a:latin typeface="Cambria Math" panose="02040503050406030204" pitchFamily="18" charset="0"/>
                          <a:ea typeface="Times New Roman" panose="02020603050405020304" pitchFamily="18" charset="0"/>
                          <a:cs typeface="Mangal" panose="02040503050203030202" pitchFamily="18" charset="0"/>
                        </a:rPr>
                        <m:t>𝐵𝑙𝑜𝑐𝑘𝑆𝑡𝑎𝑟𝑡𝐴𝑑𝑑𝑟𝑒𝑠𝑠</m:t>
                      </m:r>
                      <m:r>
                        <a:rPr lang="en-IN" i="1">
                          <a:effectLst/>
                          <a:latin typeface="Cambria Math" panose="02040503050406030204" pitchFamily="18" charset="0"/>
                          <a:ea typeface="Times New Roman" panose="02020603050405020304" pitchFamily="18" charset="0"/>
                          <a:cs typeface="Mangal" panose="02040503050203030202" pitchFamily="18" charset="0"/>
                        </a:rPr>
                        <m:t>+(</m:t>
                      </m:r>
                      <m:r>
                        <a:rPr lang="en-IN" i="1">
                          <a:effectLst/>
                          <a:latin typeface="Cambria Math" panose="02040503050406030204" pitchFamily="18" charset="0"/>
                          <a:ea typeface="Times New Roman" panose="02020603050405020304" pitchFamily="18" charset="0"/>
                          <a:cs typeface="Mangal" panose="02040503050203030202" pitchFamily="18" charset="0"/>
                        </a:rPr>
                        <m:t>𝑁𝑒𝑥𝑡𝐵𝑙𝑘𝐼𝑛𝑑𝑒𝑥</m:t>
                      </m:r>
                      <m:r>
                        <a:rPr lang="en-IN" i="1">
                          <a:effectLst/>
                          <a:latin typeface="Cambria Math" panose="02040503050406030204" pitchFamily="18" charset="0"/>
                          <a:ea typeface="Calibri" panose="020F0502020204030204" pitchFamily="34" charset="0"/>
                          <a:cs typeface="Calibri" panose="020F0502020204030204" pitchFamily="34" charset="0"/>
                        </a:rPr>
                        <m:t>×</m:t>
                      </m:r>
                      <m:r>
                        <a:rPr lang="en-IN" i="1">
                          <a:effectLst/>
                          <a:latin typeface="Cambria Math" panose="02040503050406030204" pitchFamily="18" charset="0"/>
                          <a:ea typeface="Calibri" panose="020F0502020204030204" pitchFamily="34" charset="0"/>
                          <a:cs typeface="Calibri" panose="020F0502020204030204" pitchFamily="34" charset="0"/>
                        </a:rPr>
                        <m:t>𝐵𝑙𝑜𝑐𝑘𝑆𝑖𝑧𝑒</m:t>
                      </m:r>
                      <m:r>
                        <a:rPr lang="en-IN" i="1">
                          <a:effectLst/>
                          <a:latin typeface="Cambria Math" panose="02040503050406030204" pitchFamily="18" charset="0"/>
                          <a:ea typeface="Calibri" panose="020F0502020204030204" pitchFamily="34" charset="0"/>
                          <a:cs typeface="Calibri" panose="020F0502020204030204" pitchFamily="34" charset="0"/>
                        </a:rPr>
                        <m:t>)+</m:t>
                      </m:r>
                      <m:r>
                        <a:rPr lang="en-IN" i="1">
                          <a:effectLst/>
                          <a:latin typeface="Cambria Math" panose="02040503050406030204" pitchFamily="18" charset="0"/>
                          <a:ea typeface="Calibri" panose="020F0502020204030204" pitchFamily="34" charset="0"/>
                          <a:cs typeface="Calibri" panose="020F0502020204030204" pitchFamily="34" charset="0"/>
                        </a:rPr>
                        <m:t>𝐻𝑒𝑎𝑑𝑒𝑟𝑆𝑖𝑧𝑒</m:t>
                      </m:r>
                    </m:oMath>
                  </m:oMathPara>
                </a14:m>
                <a:endParaRPr lang="en-IN" dirty="0">
                  <a:effectLst/>
                  <a:latin typeface="Calibri" panose="020F0502020204030204" pitchFamily="34" charset="0"/>
                  <a:ea typeface="Calibri" panose="020F0502020204030204" pitchFamily="34" charset="0"/>
                  <a:cs typeface="Calibri" panose="020F0502020204030204" pitchFamily="34" charset="0"/>
                </a:endParaRPr>
              </a:p>
              <a:p>
                <a:endParaRPr lang="en-IN" dirty="0"/>
              </a:p>
            </p:txBody>
          </p:sp>
        </mc:Choice>
        <mc:Fallback xmlns="">
          <p:sp>
            <p:nvSpPr>
              <p:cNvPr id="4" name="TextBox 3">
                <a:extLst>
                  <a:ext uri="{FF2B5EF4-FFF2-40B4-BE49-F238E27FC236}">
                    <a16:creationId xmlns:a16="http://schemas.microsoft.com/office/drawing/2014/main" id="{6BB0457B-984F-43A4-B4C7-D2FC14488477}"/>
                  </a:ext>
                </a:extLst>
              </p:cNvPr>
              <p:cNvSpPr txBox="1">
                <a:spLocks noRot="1" noChangeAspect="1" noMove="1" noResize="1" noEditPoints="1" noAdjustHandles="1" noChangeArrowheads="1" noChangeShapeType="1" noTextEdit="1"/>
              </p:cNvSpPr>
              <p:nvPr/>
            </p:nvSpPr>
            <p:spPr>
              <a:xfrm>
                <a:off x="572756" y="1276141"/>
                <a:ext cx="7978391" cy="4288803"/>
              </a:xfrm>
              <a:prstGeom prst="rect">
                <a:avLst/>
              </a:prstGeom>
              <a:blipFill>
                <a:blip r:embed="rId2"/>
                <a:stretch>
                  <a:fillRect l="-535" t="-568" r="-993"/>
                </a:stretch>
              </a:blipFill>
            </p:spPr>
            <p:txBody>
              <a:bodyPr/>
              <a:lstStyle/>
              <a:p>
                <a:r>
                  <a:rPr lang="en-IN">
                    <a:noFill/>
                  </a:rPr>
                  <a:t> </a:t>
                </a:r>
              </a:p>
            </p:txBody>
          </p:sp>
        </mc:Fallback>
      </mc:AlternateContent>
    </p:spTree>
    <p:extLst>
      <p:ext uri="{BB962C8B-B14F-4D97-AF65-F5344CB8AC3E}">
        <p14:creationId xmlns:p14="http://schemas.microsoft.com/office/powerpoint/2010/main" val="3228262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BFA9-B24A-4263-A9B6-B0048A474072}"/>
              </a:ext>
            </a:extLst>
          </p:cNvPr>
          <p:cNvSpPr>
            <a:spLocks noGrp="1"/>
          </p:cNvSpPr>
          <p:nvPr>
            <p:ph type="title"/>
          </p:nvPr>
        </p:nvSpPr>
        <p:spPr/>
        <p:txBody>
          <a:bodyPr/>
          <a:lstStyle/>
          <a:p>
            <a:pPr algn="ctr"/>
            <a:r>
              <a:rPr lang="en-IN" sz="2000" b="1" dirty="0">
                <a:effectLst/>
                <a:ea typeface="Calibri" panose="020F0502020204030204" pitchFamily="34" charset="0"/>
                <a:cs typeface="Calibri" panose="020F0502020204030204" pitchFamily="34" charset="0"/>
              </a:rPr>
              <a:t>CORNER CASES</a:t>
            </a:r>
            <a:br>
              <a:rPr lang="en-IN" sz="2000" b="1" dirty="0">
                <a:effectLst/>
                <a:latin typeface="Calibri" panose="020F0502020204030204" pitchFamily="34" charset="0"/>
                <a:ea typeface="Calibri" panose="020F0502020204030204" pitchFamily="34" charset="0"/>
                <a:cs typeface="Calibri" panose="020F0502020204030204" pitchFamily="34" charset="0"/>
              </a:rPr>
            </a:br>
            <a:endParaRPr lang="en-IN" sz="20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2D4F97A-5C25-4EA8-ADF2-583352EEEE91}"/>
                  </a:ext>
                </a:extLst>
              </p:cNvPr>
              <p:cNvSpPr txBox="1"/>
              <p:nvPr/>
            </p:nvSpPr>
            <p:spPr>
              <a:xfrm>
                <a:off x="511566" y="1487880"/>
                <a:ext cx="8009436" cy="3615605"/>
              </a:xfrm>
              <a:prstGeom prst="rect">
                <a:avLst/>
              </a:prstGeom>
              <a:noFill/>
            </p:spPr>
            <p:txBody>
              <a:bodyPr wrap="square" rtlCol="0">
                <a:spAutoFit/>
              </a:bodyPr>
              <a:lstStyle/>
              <a:p>
                <a:pPr marL="342900" lvl="0" indent="-342900">
                  <a:lnSpc>
                    <a:spcPct val="106000"/>
                  </a:lnSpc>
                  <a:buFont typeface="Arial" panose="020B0604020202020204" pitchFamily="34" charset="0"/>
                  <a:buChar char="•"/>
                  <a:tabLst>
                    <a:tab pos="3048000" algn="l"/>
                  </a:tabLst>
                </a:pPr>
                <a:r>
                  <a:rPr lang="en-IN" b="1" dirty="0">
                    <a:effectLst/>
                    <a:latin typeface="Calibri" panose="020F0502020204030204" pitchFamily="34" charset="0"/>
                    <a:ea typeface="Calibri" panose="020F0502020204030204" pitchFamily="34" charset="0"/>
                    <a:cs typeface="Calibri" panose="020F0502020204030204" pitchFamily="34" charset="0"/>
                  </a:rPr>
                  <a:t>Write Block Exhausted</a:t>
                </a:r>
                <a:r>
                  <a:rPr lang="en-IN" dirty="0">
                    <a:effectLst/>
                    <a:latin typeface="Calibri" panose="020F0502020204030204" pitchFamily="34" charset="0"/>
                    <a:ea typeface="Calibri" panose="020F0502020204030204" pitchFamily="34" charset="0"/>
                    <a:cs typeface="Calibri" panose="020F0502020204030204" pitchFamily="34" charset="0"/>
                  </a:rPr>
                  <a:t> – This is when a block has been filled with the maximum number of entries. This causes the to erase the next block, write the block header with the new BRN (along with its CRC) and move the WP to the start of the next block in the location after the block header.</a:t>
                </a:r>
              </a:p>
              <a:p>
                <a:pPr marL="342900" lvl="0" indent="-342900">
                  <a:lnSpc>
                    <a:spcPct val="106000"/>
                  </a:lnSpc>
                  <a:buFont typeface="Arial" panose="020B0604020202020204" pitchFamily="34" charset="0"/>
                  <a:buChar char="•"/>
                  <a:tabLst>
                    <a:tab pos="3048000" algn="l"/>
                  </a:tabLst>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buFont typeface="Arial" panose="020B0604020202020204" pitchFamily="34" charset="0"/>
                  <a:buChar char="•"/>
                  <a:tabLst>
                    <a:tab pos="3048000" algn="l"/>
                  </a:tabLst>
                </a:pPr>
                <a:r>
                  <a:rPr lang="en-IN" b="1" dirty="0">
                    <a:effectLst/>
                    <a:latin typeface="Calibri" panose="020F0502020204030204" pitchFamily="34" charset="0"/>
                    <a:ea typeface="Calibri" panose="020F0502020204030204" pitchFamily="34" charset="0"/>
                    <a:cs typeface="Calibri" panose="020F0502020204030204" pitchFamily="34" charset="0"/>
                  </a:rPr>
                  <a:t>Roll-over </a:t>
                </a:r>
                <a:r>
                  <a:rPr lang="en-IN" dirty="0">
                    <a:effectLst/>
                    <a:latin typeface="Calibri" panose="020F0502020204030204" pitchFamily="34" charset="0"/>
                    <a:ea typeface="Calibri" panose="020F0502020204030204" pitchFamily="34" charset="0"/>
                    <a:cs typeface="Calibri" panose="020F0502020204030204" pitchFamily="34" charset="0"/>
                  </a:rPr>
                  <a:t>– This is when the last block in the flash has been filled and the WP has to move to the block with the block start address. This also happens during read if the WP is before the RP and the log number entered is a log whose start address is before the RP, in this case the address used as offset into the flash is changed accordingly.</a:t>
                </a:r>
              </a:p>
              <a:p>
                <a:pPr marL="498475" algn="ctr">
                  <a:lnSpc>
                    <a:spcPct val="106000"/>
                  </a:lnSpc>
                  <a:tabLst>
                    <a:tab pos="3048000" algn="l"/>
                  </a:tabLst>
                </a:pPr>
                <a14:m>
                  <m:oMathPara xmlns:m="http://schemas.openxmlformats.org/officeDocument/2006/math">
                    <m:oMathParaPr>
                      <m:jc m:val="centerGroup"/>
                    </m:oMathParaPr>
                    <m:oMath xmlns:m="http://schemas.openxmlformats.org/officeDocument/2006/math">
                      <m:r>
                        <a:rPr lang="en-IN" i="1">
                          <a:effectLst/>
                          <a:latin typeface="Cambria Math" panose="02040503050406030204" pitchFamily="18" charset="0"/>
                          <a:ea typeface="Calibri" panose="020F0502020204030204" pitchFamily="34" charset="0"/>
                          <a:cs typeface="Calibri" panose="020F0502020204030204" pitchFamily="34" charset="0"/>
                        </a:rPr>
                        <m:t>𝐴𝑑𝑑𝑟𝑒𝑠</m:t>
                      </m:r>
                      <m:r>
                        <a:rPr lang="en-US" b="0" i="1" smtClean="0">
                          <a:effectLst/>
                          <a:latin typeface="Cambria Math" panose="02040503050406030204" pitchFamily="18" charset="0"/>
                          <a:ea typeface="Calibri" panose="020F0502020204030204" pitchFamily="34" charset="0"/>
                          <a:cs typeface="Calibri" panose="020F0502020204030204" pitchFamily="34" charset="0"/>
                        </a:rPr>
                        <m:t>𝑠</m:t>
                      </m:r>
                      <m:r>
                        <a:rPr lang="en-US" b="0" i="1" smtClean="0">
                          <a:effectLst/>
                          <a:latin typeface="Cambria Math" panose="02040503050406030204" pitchFamily="18" charset="0"/>
                          <a:ea typeface="Calibri" panose="020F0502020204030204" pitchFamily="34" charset="0"/>
                          <a:cs typeface="Calibri" panose="020F0502020204030204" pitchFamily="34" charset="0"/>
                        </a:rPr>
                        <m:t>=</m:t>
                      </m:r>
                      <m:r>
                        <a:rPr lang="en-IN" i="1">
                          <a:effectLst/>
                          <a:latin typeface="Cambria Math" panose="02040503050406030204" pitchFamily="18" charset="0"/>
                          <a:ea typeface="Calibri" panose="020F0502020204030204" pitchFamily="34" charset="0"/>
                          <a:cs typeface="Calibri" panose="020F0502020204030204" pitchFamily="34" charset="0"/>
                        </a:rPr>
                        <m:t>𝐵𝑙𝑜𝑐𝑘𝑆𝑡𝑎𝑟𝑡𝐴𝑑𝑑𝑟𝑒𝑠𝑠</m:t>
                      </m:r>
                      <m:r>
                        <a:rPr lang="en-IN" i="1">
                          <a:effectLst/>
                          <a:latin typeface="Cambria Math" panose="02040503050406030204" pitchFamily="18" charset="0"/>
                          <a:ea typeface="Calibri" panose="020F0502020204030204" pitchFamily="34" charset="0"/>
                          <a:cs typeface="Calibri" panose="020F0502020204030204" pitchFamily="34" charset="0"/>
                        </a:rPr>
                        <m:t>+</m:t>
                      </m:r>
                      <m:d>
                        <m:dPr>
                          <m:ctrlPr>
                            <a:rPr lang="en-IN" i="1">
                              <a:effectLst/>
                              <a:latin typeface="Cambria Math" panose="02040503050406030204" pitchFamily="18" charset="0"/>
                              <a:ea typeface="Calibri" panose="020F0502020204030204" pitchFamily="34" charset="0"/>
                              <a:cs typeface="Calibri" panose="020F0502020204030204" pitchFamily="34" charset="0"/>
                            </a:rPr>
                          </m:ctrlPr>
                        </m:dPr>
                        <m:e>
                          <m:r>
                            <a:rPr lang="en-IN" i="1">
                              <a:effectLst/>
                              <a:latin typeface="Cambria Math" panose="02040503050406030204" pitchFamily="18" charset="0"/>
                              <a:ea typeface="Calibri" panose="020F0502020204030204" pitchFamily="34" charset="0"/>
                              <a:cs typeface="Calibri" panose="020F0502020204030204" pitchFamily="34" charset="0"/>
                            </a:rPr>
                            <m:t>𝐴𝑑𝑑𝑟𝑒𝑠𝑠</m:t>
                          </m:r>
                          <m:r>
                            <a:rPr lang="en-IN" i="1">
                              <a:effectLst/>
                              <a:latin typeface="Cambria Math" panose="02040503050406030204" pitchFamily="18" charset="0"/>
                              <a:ea typeface="Calibri" panose="020F0502020204030204" pitchFamily="34" charset="0"/>
                              <a:cs typeface="Calibri" panose="020F0502020204030204" pitchFamily="34" charset="0"/>
                            </a:rPr>
                            <m:t>− </m:t>
                          </m:r>
                          <m:r>
                            <a:rPr lang="en-IN" i="1">
                              <a:effectLst/>
                              <a:latin typeface="Cambria Math" panose="02040503050406030204" pitchFamily="18" charset="0"/>
                              <a:ea typeface="Calibri" panose="020F0502020204030204" pitchFamily="34" charset="0"/>
                              <a:cs typeface="Calibri" panose="020F0502020204030204" pitchFamily="34" charset="0"/>
                            </a:rPr>
                            <m:t>𝐵𝑙𝑜𝑐𝑘𝑆𝑡𝑎𝑟𝑡𝐴𝑑𝑑𝑟𝑒𝑠𝑠</m:t>
                          </m:r>
                        </m:e>
                      </m:d>
                      <m:r>
                        <a:rPr lang="en-IN" i="1">
                          <a:effectLst/>
                          <a:latin typeface="Cambria Math" panose="02040503050406030204" pitchFamily="18" charset="0"/>
                          <a:ea typeface="Calibri" panose="020F0502020204030204" pitchFamily="34" charset="0"/>
                          <a:cs typeface="Calibri" panose="020F0502020204030204" pitchFamily="34" charset="0"/>
                        </a:rPr>
                        <m:t> </m:t>
                      </m:r>
                    </m:oMath>
                  </m:oMathPara>
                </a14:m>
                <a:endParaRPr lang="en-US" i="1" dirty="0">
                  <a:effectLst/>
                  <a:latin typeface="Cambria Math" panose="02040503050406030204" pitchFamily="18" charset="0"/>
                  <a:ea typeface="Calibri" panose="020F0502020204030204" pitchFamily="34" charset="0"/>
                  <a:cs typeface="Calibri" panose="020F0502020204030204" pitchFamily="34" charset="0"/>
                </a:endParaRPr>
              </a:p>
              <a:p>
                <a:pPr marL="498475" algn="ctr">
                  <a:lnSpc>
                    <a:spcPct val="106000"/>
                  </a:lnSpc>
                  <a:tabLst>
                    <a:tab pos="3048000" algn="l"/>
                  </a:tabLst>
                </a:pPr>
                <a14:m>
                  <m:oMathPara xmlns:m="http://schemas.openxmlformats.org/officeDocument/2006/math">
                    <m:oMathParaPr>
                      <m:jc m:val="centerGroup"/>
                    </m:oMathParaPr>
                    <m:oMath xmlns:m="http://schemas.openxmlformats.org/officeDocument/2006/math">
                      <m:r>
                        <a:rPr lang="en-IN" i="1" smtClean="0">
                          <a:effectLst/>
                          <a:latin typeface="Cambria Math" panose="02040503050406030204" pitchFamily="18" charset="0"/>
                          <a:ea typeface="Calibri" panose="020F0502020204030204" pitchFamily="34" charset="0"/>
                          <a:cs typeface="Calibri" panose="020F0502020204030204" pitchFamily="34" charset="0"/>
                        </a:rPr>
                        <m:t>%</m:t>
                      </m:r>
                      <m:r>
                        <a:rPr lang="en-IN" i="1">
                          <a:effectLst/>
                          <a:latin typeface="Cambria Math" panose="02040503050406030204" pitchFamily="18" charset="0"/>
                          <a:ea typeface="Calibri" panose="020F0502020204030204" pitchFamily="34" charset="0"/>
                          <a:cs typeface="Calibri" panose="020F0502020204030204" pitchFamily="34" charset="0"/>
                        </a:rPr>
                        <m:t> (</m:t>
                      </m:r>
                      <m:r>
                        <a:rPr lang="en-IN" i="1">
                          <a:effectLst/>
                          <a:latin typeface="Cambria Math" panose="02040503050406030204" pitchFamily="18" charset="0"/>
                          <a:ea typeface="Calibri" panose="020F0502020204030204" pitchFamily="34" charset="0"/>
                          <a:cs typeface="Calibri" panose="020F0502020204030204" pitchFamily="34" charset="0"/>
                        </a:rPr>
                        <m:t>𝐵𝑙𝑜𝑐𝑘𝑆𝑖𝑧𝑒</m:t>
                      </m:r>
                      <m:r>
                        <a:rPr lang="en-IN" i="1">
                          <a:effectLst/>
                          <a:latin typeface="Cambria Math" panose="02040503050406030204" pitchFamily="18" charset="0"/>
                          <a:ea typeface="Calibri" panose="020F0502020204030204" pitchFamily="34" charset="0"/>
                          <a:cs typeface="Calibri" panose="020F0502020204030204" pitchFamily="34" charset="0"/>
                        </a:rPr>
                        <m:t>× </m:t>
                      </m:r>
                      <m:r>
                        <a:rPr lang="en-IN" i="1">
                          <a:effectLst/>
                          <a:latin typeface="Cambria Math" panose="02040503050406030204" pitchFamily="18" charset="0"/>
                          <a:ea typeface="Times New Roman" panose="02020603050405020304" pitchFamily="18" charset="0"/>
                          <a:cs typeface="Calibri" panose="020F0502020204030204" pitchFamily="34" charset="0"/>
                        </a:rPr>
                        <m:t>𝑇𝑜𝑡𝑎𝑙𝐵𝑙𝑜𝑐𝑘𝑠</m:t>
                      </m:r>
                      <m:r>
                        <a:rPr lang="en-IN" i="1">
                          <a:effectLst/>
                          <a:latin typeface="Cambria Math" panose="02040503050406030204" pitchFamily="18" charset="0"/>
                          <a:ea typeface="Times New Roman" panose="02020603050405020304" pitchFamily="18" charset="0"/>
                          <a:cs typeface="Calibri" panose="020F0502020204030204" pitchFamily="34" charset="0"/>
                        </a:rPr>
                        <m:t>)</m:t>
                      </m:r>
                    </m:oMath>
                  </m:oMathPara>
                </a14:m>
                <a:endParaRPr lang="en-IN" dirty="0">
                  <a:effectLs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Box 3">
                <a:extLst>
                  <a:ext uri="{FF2B5EF4-FFF2-40B4-BE49-F238E27FC236}">
                    <a16:creationId xmlns:a16="http://schemas.microsoft.com/office/drawing/2014/main" id="{32D4F97A-5C25-4EA8-ADF2-583352EEEE91}"/>
                  </a:ext>
                </a:extLst>
              </p:cNvPr>
              <p:cNvSpPr txBox="1">
                <a:spLocks noRot="1" noChangeAspect="1" noMove="1" noResize="1" noEditPoints="1" noAdjustHandles="1" noChangeArrowheads="1" noChangeShapeType="1" noTextEdit="1"/>
              </p:cNvSpPr>
              <p:nvPr/>
            </p:nvSpPr>
            <p:spPr>
              <a:xfrm>
                <a:off x="511566" y="1487880"/>
                <a:ext cx="8009436" cy="3615605"/>
              </a:xfrm>
              <a:prstGeom prst="rect">
                <a:avLst/>
              </a:prstGeom>
              <a:blipFill>
                <a:blip r:embed="rId2"/>
                <a:stretch>
                  <a:fillRect l="-533" t="-675" r="-228" b="-169"/>
                </a:stretch>
              </a:blipFill>
            </p:spPr>
            <p:txBody>
              <a:bodyPr/>
              <a:lstStyle/>
              <a:p>
                <a:r>
                  <a:rPr lang="en-IN">
                    <a:noFill/>
                  </a:rPr>
                  <a:t> </a:t>
                </a:r>
              </a:p>
            </p:txBody>
          </p:sp>
        </mc:Fallback>
      </mc:AlternateContent>
    </p:spTree>
    <p:extLst>
      <p:ext uri="{BB962C8B-B14F-4D97-AF65-F5344CB8AC3E}">
        <p14:creationId xmlns:p14="http://schemas.microsoft.com/office/powerpoint/2010/main" val="1554690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0" name="Group 89">
            <a:extLst>
              <a:ext uri="{FF2B5EF4-FFF2-40B4-BE49-F238E27FC236}">
                <a16:creationId xmlns:a16="http://schemas.microsoft.com/office/drawing/2014/main" id="{CD82A7AB-4C1C-4F72-921E-5B649DF01CCF}"/>
              </a:ext>
            </a:extLst>
          </p:cNvPr>
          <p:cNvGrpSpPr/>
          <p:nvPr/>
        </p:nvGrpSpPr>
        <p:grpSpPr>
          <a:xfrm>
            <a:off x="159531" y="1061062"/>
            <a:ext cx="6582913" cy="5490463"/>
            <a:chOff x="1254801" y="518451"/>
            <a:chExt cx="6876576" cy="5711875"/>
          </a:xfrm>
        </p:grpSpPr>
        <p:grpSp>
          <p:nvGrpSpPr>
            <p:cNvPr id="2" name="Group 1">
              <a:extLst>
                <a:ext uri="{FF2B5EF4-FFF2-40B4-BE49-F238E27FC236}">
                  <a16:creationId xmlns:a16="http://schemas.microsoft.com/office/drawing/2014/main" id="{87DC7AA8-0293-4C06-BC72-1DF44DA740DF}"/>
                </a:ext>
              </a:extLst>
            </p:cNvPr>
            <p:cNvGrpSpPr/>
            <p:nvPr/>
          </p:nvGrpSpPr>
          <p:grpSpPr>
            <a:xfrm>
              <a:off x="1254801" y="518451"/>
              <a:ext cx="6876576" cy="5711875"/>
              <a:chOff x="1254801" y="518451"/>
              <a:chExt cx="6876576" cy="5711875"/>
            </a:xfrm>
          </p:grpSpPr>
          <p:grpSp>
            <p:nvGrpSpPr>
              <p:cNvPr id="103" name="Group 102">
                <a:extLst>
                  <a:ext uri="{FF2B5EF4-FFF2-40B4-BE49-F238E27FC236}">
                    <a16:creationId xmlns:a16="http://schemas.microsoft.com/office/drawing/2014/main" id="{D3070DEC-55C3-4B47-823A-49F339E99EFC}"/>
                  </a:ext>
                </a:extLst>
              </p:cNvPr>
              <p:cNvGrpSpPr/>
              <p:nvPr/>
            </p:nvGrpSpPr>
            <p:grpSpPr>
              <a:xfrm>
                <a:off x="1254801" y="518451"/>
                <a:ext cx="6876576" cy="5711875"/>
                <a:chOff x="1254801" y="518451"/>
                <a:chExt cx="6876576" cy="5711875"/>
              </a:xfrm>
            </p:grpSpPr>
            <p:grpSp>
              <p:nvGrpSpPr>
                <p:cNvPr id="4" name="Group 3">
                  <a:extLst>
                    <a:ext uri="{FF2B5EF4-FFF2-40B4-BE49-F238E27FC236}">
                      <a16:creationId xmlns:a16="http://schemas.microsoft.com/office/drawing/2014/main" id="{FEF79D3E-C014-4551-B39B-8042DCA8906F}"/>
                    </a:ext>
                  </a:extLst>
                </p:cNvPr>
                <p:cNvGrpSpPr/>
                <p:nvPr/>
              </p:nvGrpSpPr>
              <p:grpSpPr>
                <a:xfrm>
                  <a:off x="1509597" y="518451"/>
                  <a:ext cx="6621780" cy="2454074"/>
                  <a:chOff x="0" y="228601"/>
                  <a:chExt cx="6621780" cy="2454280"/>
                </a:xfrm>
              </p:grpSpPr>
              <p:grpSp>
                <p:nvGrpSpPr>
                  <p:cNvPr id="5" name="Group 4">
                    <a:extLst>
                      <a:ext uri="{FF2B5EF4-FFF2-40B4-BE49-F238E27FC236}">
                        <a16:creationId xmlns:a16="http://schemas.microsoft.com/office/drawing/2014/main" id="{EF85F06C-EB50-4A71-B3EA-6731C2EDDFAD}"/>
                      </a:ext>
                    </a:extLst>
                  </p:cNvPr>
                  <p:cNvGrpSpPr/>
                  <p:nvPr/>
                </p:nvGrpSpPr>
                <p:grpSpPr>
                  <a:xfrm>
                    <a:off x="0" y="433699"/>
                    <a:ext cx="5791795" cy="2249182"/>
                    <a:chOff x="0" y="327660"/>
                    <a:chExt cx="5372100" cy="1699260"/>
                  </a:xfrm>
                </p:grpSpPr>
                <p:sp>
                  <p:nvSpPr>
                    <p:cNvPr id="9" name="Text Box 2">
                      <a:extLst>
                        <a:ext uri="{FF2B5EF4-FFF2-40B4-BE49-F238E27FC236}">
                          <a16:creationId xmlns:a16="http://schemas.microsoft.com/office/drawing/2014/main" id="{767A61D9-F8AF-4F61-BD67-5AD344BB29A3}"/>
                        </a:ext>
                      </a:extLst>
                    </p:cNvPr>
                    <p:cNvSpPr txBox="1">
                      <a:spLocks noChangeArrowheads="1"/>
                    </p:cNvSpPr>
                    <p:nvPr/>
                  </p:nvSpPr>
                  <p:spPr bwMode="auto">
                    <a:xfrm>
                      <a:off x="784860" y="35814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0</a:t>
                      </a:r>
                    </a:p>
                  </p:txBody>
                </p:sp>
                <p:sp>
                  <p:nvSpPr>
                    <p:cNvPr id="10" name="Text Box 2">
                      <a:extLst>
                        <a:ext uri="{FF2B5EF4-FFF2-40B4-BE49-F238E27FC236}">
                          <a16:creationId xmlns:a16="http://schemas.microsoft.com/office/drawing/2014/main" id="{01AD6229-365C-4415-B5FF-3E4DA98E571A}"/>
                        </a:ext>
                      </a:extLst>
                    </p:cNvPr>
                    <p:cNvSpPr txBox="1">
                      <a:spLocks noChangeArrowheads="1"/>
                    </p:cNvSpPr>
                    <p:nvPr/>
                  </p:nvSpPr>
                  <p:spPr bwMode="auto">
                    <a:xfrm>
                      <a:off x="2788920" y="34290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2</a:t>
                      </a:r>
                    </a:p>
                  </p:txBody>
                </p:sp>
                <p:sp>
                  <p:nvSpPr>
                    <p:cNvPr id="11" name="Text Box 2">
                      <a:extLst>
                        <a:ext uri="{FF2B5EF4-FFF2-40B4-BE49-F238E27FC236}">
                          <a16:creationId xmlns:a16="http://schemas.microsoft.com/office/drawing/2014/main" id="{12FA1114-9F70-457E-9F77-307E9AA4846C}"/>
                        </a:ext>
                      </a:extLst>
                    </p:cNvPr>
                    <p:cNvSpPr txBox="1">
                      <a:spLocks noChangeArrowheads="1"/>
                    </p:cNvSpPr>
                    <p:nvPr/>
                  </p:nvSpPr>
                  <p:spPr bwMode="auto">
                    <a:xfrm>
                      <a:off x="3787140" y="32766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3</a:t>
                      </a:r>
                    </a:p>
                  </p:txBody>
                </p:sp>
                <p:sp>
                  <p:nvSpPr>
                    <p:cNvPr id="12" name="Text Box 2">
                      <a:extLst>
                        <a:ext uri="{FF2B5EF4-FFF2-40B4-BE49-F238E27FC236}">
                          <a16:creationId xmlns:a16="http://schemas.microsoft.com/office/drawing/2014/main" id="{5B9540DE-A6B2-42A0-B2A1-FB758B9E6409}"/>
                        </a:ext>
                      </a:extLst>
                    </p:cNvPr>
                    <p:cNvSpPr txBox="1">
                      <a:spLocks noChangeArrowheads="1"/>
                    </p:cNvSpPr>
                    <p:nvPr/>
                  </p:nvSpPr>
                  <p:spPr bwMode="auto">
                    <a:xfrm>
                      <a:off x="1783080" y="34290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1</a:t>
                      </a:r>
                    </a:p>
                  </p:txBody>
                </p:sp>
                <p:grpSp>
                  <p:nvGrpSpPr>
                    <p:cNvPr id="13" name="Group 12">
                      <a:extLst>
                        <a:ext uri="{FF2B5EF4-FFF2-40B4-BE49-F238E27FC236}">
                          <a16:creationId xmlns:a16="http://schemas.microsoft.com/office/drawing/2014/main" id="{3F5EC918-2845-4547-837D-A9EAB598AC1D}"/>
                        </a:ext>
                      </a:extLst>
                    </p:cNvPr>
                    <p:cNvGrpSpPr/>
                    <p:nvPr/>
                  </p:nvGrpSpPr>
                  <p:grpSpPr>
                    <a:xfrm>
                      <a:off x="0" y="594360"/>
                      <a:ext cx="5372100" cy="1432560"/>
                      <a:chOff x="0" y="594360"/>
                      <a:chExt cx="5372100" cy="1432560"/>
                    </a:xfrm>
                  </p:grpSpPr>
                  <p:grpSp>
                    <p:nvGrpSpPr>
                      <p:cNvPr id="14" name="Group 13">
                        <a:extLst>
                          <a:ext uri="{FF2B5EF4-FFF2-40B4-BE49-F238E27FC236}">
                            <a16:creationId xmlns:a16="http://schemas.microsoft.com/office/drawing/2014/main" id="{0DA43F74-63E3-4A8E-9084-FBD97F7F7756}"/>
                          </a:ext>
                        </a:extLst>
                      </p:cNvPr>
                      <p:cNvGrpSpPr/>
                      <p:nvPr/>
                    </p:nvGrpSpPr>
                    <p:grpSpPr>
                      <a:xfrm>
                        <a:off x="762000" y="746760"/>
                        <a:ext cx="3627120" cy="1280160"/>
                        <a:chOff x="0" y="91440"/>
                        <a:chExt cx="3627120" cy="1280160"/>
                      </a:xfrm>
                    </p:grpSpPr>
                    <p:grpSp>
                      <p:nvGrpSpPr>
                        <p:cNvPr id="23" name="Group 22">
                          <a:extLst>
                            <a:ext uri="{FF2B5EF4-FFF2-40B4-BE49-F238E27FC236}">
                              <a16:creationId xmlns:a16="http://schemas.microsoft.com/office/drawing/2014/main" id="{CB6689E2-65BE-4A0E-8107-B697827AA436}"/>
                            </a:ext>
                          </a:extLst>
                        </p:cNvPr>
                        <p:cNvGrpSpPr/>
                        <p:nvPr/>
                      </p:nvGrpSpPr>
                      <p:grpSpPr>
                        <a:xfrm>
                          <a:off x="7620" y="91440"/>
                          <a:ext cx="617220" cy="929640"/>
                          <a:chOff x="0" y="0"/>
                          <a:chExt cx="617220" cy="929640"/>
                        </a:xfrm>
                      </p:grpSpPr>
                      <p:sp>
                        <p:nvSpPr>
                          <p:cNvPr id="43" name="Rectangle 42">
                            <a:extLst>
                              <a:ext uri="{FF2B5EF4-FFF2-40B4-BE49-F238E27FC236}">
                                <a16:creationId xmlns:a16="http://schemas.microsoft.com/office/drawing/2014/main" id="{ECA5D0D6-4C66-48A2-897A-846CDA89D7FD}"/>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IN" sz="500">
                                <a:effectLst/>
                                <a:ea typeface="Calibri" panose="020F0502020204030204" pitchFamily="34" charset="0"/>
                                <a:cs typeface="Mangal" panose="02040503050203030202" pitchFamily="18" charset="0"/>
                              </a:rPr>
                              <a:t> </a:t>
                            </a:r>
                            <a:endParaRPr lang="en-IN" sz="1100">
                              <a:effectLst/>
                              <a:ea typeface="Calibri" panose="020F0502020204030204" pitchFamily="34" charset="0"/>
                              <a:cs typeface="Mangal" panose="02040503050203030202" pitchFamily="18" charset="0"/>
                            </a:endParaRPr>
                          </a:p>
                        </p:txBody>
                      </p:sp>
                      <p:sp>
                        <p:nvSpPr>
                          <p:cNvPr id="44" name="Rectangle 43">
                            <a:extLst>
                              <a:ext uri="{FF2B5EF4-FFF2-40B4-BE49-F238E27FC236}">
                                <a16:creationId xmlns:a16="http://schemas.microsoft.com/office/drawing/2014/main" id="{90A84AA6-0070-42E1-B8A0-A1AD7DD6AED5}"/>
                              </a:ext>
                            </a:extLst>
                          </p:cNvPr>
                          <p:cNvSpPr/>
                          <p:nvPr/>
                        </p:nvSpPr>
                        <p:spPr>
                          <a:xfrm>
                            <a:off x="0" y="182880"/>
                            <a:ext cx="617220" cy="281940"/>
                          </a:xfrm>
                          <a:prstGeom prst="rect">
                            <a:avLst/>
                          </a:prstGeom>
                          <a:solidFill>
                            <a:schemeClr val="accent3"/>
                          </a:solidFill>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45" name="Rectangle 44">
                            <a:extLst>
                              <a:ext uri="{FF2B5EF4-FFF2-40B4-BE49-F238E27FC236}">
                                <a16:creationId xmlns:a16="http://schemas.microsoft.com/office/drawing/2014/main" id="{094E3BB5-0A45-455C-83D7-4F9256EB7119}"/>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6" name="Rectangle 45">
                            <a:extLst>
                              <a:ext uri="{FF2B5EF4-FFF2-40B4-BE49-F238E27FC236}">
                                <a16:creationId xmlns:a16="http://schemas.microsoft.com/office/drawing/2014/main" id="{19F739ED-72BA-4071-A73F-17D045496738}"/>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4" name="Group 23">
                          <a:extLst>
                            <a:ext uri="{FF2B5EF4-FFF2-40B4-BE49-F238E27FC236}">
                              <a16:creationId xmlns:a16="http://schemas.microsoft.com/office/drawing/2014/main" id="{B0F38ED1-3CA4-4067-9F30-77951E53FD5B}"/>
                            </a:ext>
                          </a:extLst>
                        </p:cNvPr>
                        <p:cNvGrpSpPr/>
                        <p:nvPr/>
                      </p:nvGrpSpPr>
                      <p:grpSpPr>
                        <a:xfrm>
                          <a:off x="1005840" y="91440"/>
                          <a:ext cx="617220" cy="929640"/>
                          <a:chOff x="0" y="0"/>
                          <a:chExt cx="617220" cy="929640"/>
                        </a:xfrm>
                      </p:grpSpPr>
                      <p:sp>
                        <p:nvSpPr>
                          <p:cNvPr id="39" name="Rectangle 38">
                            <a:extLst>
                              <a:ext uri="{FF2B5EF4-FFF2-40B4-BE49-F238E27FC236}">
                                <a16:creationId xmlns:a16="http://schemas.microsoft.com/office/drawing/2014/main" id="{AEC49BD9-B1C7-45BE-BC5C-B36238BA8E6D}"/>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0" name="Rectangle 39">
                            <a:extLst>
                              <a:ext uri="{FF2B5EF4-FFF2-40B4-BE49-F238E27FC236}">
                                <a16:creationId xmlns:a16="http://schemas.microsoft.com/office/drawing/2014/main" id="{D8020469-7F35-4912-B4C4-9A43726F1413}"/>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1" name="Rectangle 40">
                            <a:extLst>
                              <a:ext uri="{FF2B5EF4-FFF2-40B4-BE49-F238E27FC236}">
                                <a16:creationId xmlns:a16="http://schemas.microsoft.com/office/drawing/2014/main" id="{2F2EFAB6-97E1-4116-A579-0D9F7143AEC0}"/>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2" name="Rectangle 41">
                            <a:extLst>
                              <a:ext uri="{FF2B5EF4-FFF2-40B4-BE49-F238E27FC236}">
                                <a16:creationId xmlns:a16="http://schemas.microsoft.com/office/drawing/2014/main" id="{57E5CA19-C86B-48FE-B23E-6F79C9FB00B8}"/>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5" name="Group 24">
                          <a:extLst>
                            <a:ext uri="{FF2B5EF4-FFF2-40B4-BE49-F238E27FC236}">
                              <a16:creationId xmlns:a16="http://schemas.microsoft.com/office/drawing/2014/main" id="{DCDAD8E7-B58A-4F92-91F3-34F02E88A097}"/>
                            </a:ext>
                          </a:extLst>
                        </p:cNvPr>
                        <p:cNvGrpSpPr/>
                        <p:nvPr/>
                      </p:nvGrpSpPr>
                      <p:grpSpPr>
                        <a:xfrm>
                          <a:off x="2004060" y="91440"/>
                          <a:ext cx="617220" cy="929640"/>
                          <a:chOff x="0" y="0"/>
                          <a:chExt cx="617220" cy="929640"/>
                        </a:xfrm>
                      </p:grpSpPr>
                      <p:sp>
                        <p:nvSpPr>
                          <p:cNvPr id="35" name="Rectangle 34">
                            <a:extLst>
                              <a:ext uri="{FF2B5EF4-FFF2-40B4-BE49-F238E27FC236}">
                                <a16:creationId xmlns:a16="http://schemas.microsoft.com/office/drawing/2014/main" id="{8F7773DA-3242-48F1-8E59-948CEEDA3CA4}"/>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6" name="Rectangle 35">
                            <a:extLst>
                              <a:ext uri="{FF2B5EF4-FFF2-40B4-BE49-F238E27FC236}">
                                <a16:creationId xmlns:a16="http://schemas.microsoft.com/office/drawing/2014/main" id="{989AD5CC-2670-4E52-975D-E2D58351B7C4}"/>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7" name="Rectangle 36">
                            <a:extLst>
                              <a:ext uri="{FF2B5EF4-FFF2-40B4-BE49-F238E27FC236}">
                                <a16:creationId xmlns:a16="http://schemas.microsoft.com/office/drawing/2014/main" id="{7496FE84-8A58-4168-89B2-D95EBDE45D64}"/>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8" name="Rectangle 37">
                            <a:extLst>
                              <a:ext uri="{FF2B5EF4-FFF2-40B4-BE49-F238E27FC236}">
                                <a16:creationId xmlns:a16="http://schemas.microsoft.com/office/drawing/2014/main" id="{0FFA9DEC-34C8-45A1-A914-69AE6F93E6CA}"/>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26" name="Group 25">
                          <a:extLst>
                            <a:ext uri="{FF2B5EF4-FFF2-40B4-BE49-F238E27FC236}">
                              <a16:creationId xmlns:a16="http://schemas.microsoft.com/office/drawing/2014/main" id="{E1B8168D-41F4-4FCE-950A-7005389DFFA2}"/>
                            </a:ext>
                          </a:extLst>
                        </p:cNvPr>
                        <p:cNvGrpSpPr/>
                        <p:nvPr/>
                      </p:nvGrpSpPr>
                      <p:grpSpPr>
                        <a:xfrm>
                          <a:off x="3009900" y="91440"/>
                          <a:ext cx="617220" cy="929640"/>
                          <a:chOff x="0" y="0"/>
                          <a:chExt cx="617220" cy="929640"/>
                        </a:xfrm>
                      </p:grpSpPr>
                      <p:sp>
                        <p:nvSpPr>
                          <p:cNvPr id="31" name="Rectangle 30">
                            <a:extLst>
                              <a:ext uri="{FF2B5EF4-FFF2-40B4-BE49-F238E27FC236}">
                                <a16:creationId xmlns:a16="http://schemas.microsoft.com/office/drawing/2014/main" id="{24E94AB1-9452-442A-A2B0-7555BE5F8EEF}"/>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2" name="Rectangle 31">
                            <a:extLst>
                              <a:ext uri="{FF2B5EF4-FFF2-40B4-BE49-F238E27FC236}">
                                <a16:creationId xmlns:a16="http://schemas.microsoft.com/office/drawing/2014/main" id="{919AFE0E-843C-4D8E-AD0B-335ADE1C8FCF}"/>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33" name="Rectangle 32">
                            <a:extLst>
                              <a:ext uri="{FF2B5EF4-FFF2-40B4-BE49-F238E27FC236}">
                                <a16:creationId xmlns:a16="http://schemas.microsoft.com/office/drawing/2014/main" id="{8DA97B32-B8E9-4574-AF46-B20196FFA136}"/>
                              </a:ext>
                            </a:extLst>
                          </p:cNvPr>
                          <p:cNvSpPr/>
                          <p:nvPr/>
                        </p:nvSpPr>
                        <p:spPr>
                          <a:xfrm>
                            <a:off x="0" y="472440"/>
                            <a:ext cx="617220" cy="281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Rectangle 33">
                            <a:extLst>
                              <a:ext uri="{FF2B5EF4-FFF2-40B4-BE49-F238E27FC236}">
                                <a16:creationId xmlns:a16="http://schemas.microsoft.com/office/drawing/2014/main" id="{C84BECEA-8B36-4F35-AD5E-1B34E9315560}"/>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sp>
                      <p:nvSpPr>
                        <p:cNvPr id="27" name="Text Box 2">
                          <a:extLst>
                            <a:ext uri="{FF2B5EF4-FFF2-40B4-BE49-F238E27FC236}">
                              <a16:creationId xmlns:a16="http://schemas.microsoft.com/office/drawing/2014/main" id="{A9E78C8E-AD81-42C8-93FF-770FDA9E159F}"/>
                            </a:ext>
                          </a:extLst>
                        </p:cNvPr>
                        <p:cNvSpPr txBox="1">
                          <a:spLocks noChangeArrowheads="1"/>
                        </p:cNvSpPr>
                        <p:nvPr/>
                      </p:nvSpPr>
                      <p:spPr bwMode="auto">
                        <a:xfrm>
                          <a:off x="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1</a:t>
                          </a:r>
                        </a:p>
                      </p:txBody>
                    </p:sp>
                    <p:sp>
                      <p:nvSpPr>
                        <p:cNvPr id="28" name="Text Box 2">
                          <a:extLst>
                            <a:ext uri="{FF2B5EF4-FFF2-40B4-BE49-F238E27FC236}">
                              <a16:creationId xmlns:a16="http://schemas.microsoft.com/office/drawing/2014/main" id="{777DCECD-B1AE-42E6-920B-4AA67C3F58C3}"/>
                            </a:ext>
                          </a:extLst>
                        </p:cNvPr>
                        <p:cNvSpPr txBox="1">
                          <a:spLocks noChangeArrowheads="1"/>
                        </p:cNvSpPr>
                        <p:nvPr/>
                      </p:nvSpPr>
                      <p:spPr bwMode="auto">
                        <a:xfrm>
                          <a:off x="99822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2</a:t>
                          </a:r>
                        </a:p>
                      </p:txBody>
                    </p:sp>
                    <p:sp>
                      <p:nvSpPr>
                        <p:cNvPr id="29" name="Text Box 2">
                          <a:extLst>
                            <a:ext uri="{FF2B5EF4-FFF2-40B4-BE49-F238E27FC236}">
                              <a16:creationId xmlns:a16="http://schemas.microsoft.com/office/drawing/2014/main" id="{92312127-7348-4CD2-B16A-11CB586DDCEA}"/>
                            </a:ext>
                          </a:extLst>
                        </p:cNvPr>
                        <p:cNvSpPr txBox="1">
                          <a:spLocks noChangeArrowheads="1"/>
                        </p:cNvSpPr>
                        <p:nvPr/>
                      </p:nvSpPr>
                      <p:spPr bwMode="auto">
                        <a:xfrm>
                          <a:off x="198882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3</a:t>
                          </a:r>
                        </a:p>
                      </p:txBody>
                    </p:sp>
                    <p:sp>
                      <p:nvSpPr>
                        <p:cNvPr id="30" name="Text Box 2">
                          <a:extLst>
                            <a:ext uri="{FF2B5EF4-FFF2-40B4-BE49-F238E27FC236}">
                              <a16:creationId xmlns:a16="http://schemas.microsoft.com/office/drawing/2014/main" id="{EEE5A6D8-FA09-4599-AAC6-3016F1D34B5E}"/>
                            </a:ext>
                          </a:extLst>
                        </p:cNvPr>
                        <p:cNvSpPr txBox="1">
                          <a:spLocks noChangeArrowheads="1"/>
                        </p:cNvSpPr>
                        <p:nvPr/>
                      </p:nvSpPr>
                      <p:spPr bwMode="auto">
                        <a:xfrm>
                          <a:off x="298704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4</a:t>
                          </a:r>
                        </a:p>
                      </p:txBody>
                    </p:sp>
                  </p:grpSp>
                  <p:cxnSp>
                    <p:nvCxnSpPr>
                      <p:cNvPr id="15" name="Straight Arrow Connector 14">
                        <a:extLst>
                          <a:ext uri="{FF2B5EF4-FFF2-40B4-BE49-F238E27FC236}">
                            <a16:creationId xmlns:a16="http://schemas.microsoft.com/office/drawing/2014/main" id="{027D64F7-660B-432F-AD92-981A06A3CD12}"/>
                          </a:ext>
                        </a:extLst>
                      </p:cNvPr>
                      <p:cNvCxnSpPr/>
                      <p:nvPr/>
                    </p:nvCxnSpPr>
                    <p:spPr>
                      <a:xfrm>
                        <a:off x="305562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62F82D50-EA23-4968-B181-805283B51781}"/>
                          </a:ext>
                        </a:extLst>
                      </p:cNvPr>
                      <p:cNvCxnSpPr/>
                      <p:nvPr/>
                    </p:nvCxnSpPr>
                    <p:spPr>
                      <a:xfrm>
                        <a:off x="4069080" y="594360"/>
                        <a:ext cx="0" cy="152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0DE9BDB2-DDAD-42AA-89F1-3E3A105345BD}"/>
                          </a:ext>
                        </a:extLst>
                      </p:cNvPr>
                      <p:cNvCxnSpPr/>
                      <p:nvPr/>
                    </p:nvCxnSpPr>
                    <p:spPr>
                      <a:xfrm>
                        <a:off x="1059180" y="617220"/>
                        <a:ext cx="0" cy="137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9E8DA07B-370A-473E-9802-E69537142443}"/>
                          </a:ext>
                        </a:extLst>
                      </p:cNvPr>
                      <p:cNvCxnSpPr/>
                      <p:nvPr/>
                    </p:nvCxnSpPr>
                    <p:spPr>
                      <a:xfrm>
                        <a:off x="205740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2">
                        <a:extLst>
                          <a:ext uri="{FF2B5EF4-FFF2-40B4-BE49-F238E27FC236}">
                            <a16:creationId xmlns:a16="http://schemas.microsoft.com/office/drawing/2014/main" id="{A363DA56-5DD3-4ADC-A160-8DC04661264B}"/>
                          </a:ext>
                        </a:extLst>
                      </p:cNvPr>
                      <p:cNvSpPr txBox="1">
                        <a:spLocks noChangeArrowheads="1"/>
                      </p:cNvSpPr>
                      <p:nvPr/>
                    </p:nvSpPr>
                    <p:spPr bwMode="auto">
                      <a:xfrm>
                        <a:off x="0" y="1409700"/>
                        <a:ext cx="624840" cy="4343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Read Pointer</a:t>
                        </a:r>
                      </a:p>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 </a:t>
                        </a:r>
                      </a:p>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 </a:t>
                        </a:r>
                      </a:p>
                    </p:txBody>
                  </p:sp>
                  <p:sp>
                    <p:nvSpPr>
                      <p:cNvPr id="20" name="Text Box 2">
                        <a:extLst>
                          <a:ext uri="{FF2B5EF4-FFF2-40B4-BE49-F238E27FC236}">
                            <a16:creationId xmlns:a16="http://schemas.microsoft.com/office/drawing/2014/main" id="{AC281488-1D30-4B31-AEE1-16DF63C0F3F0}"/>
                          </a:ext>
                        </a:extLst>
                      </p:cNvPr>
                      <p:cNvSpPr txBox="1">
                        <a:spLocks noChangeArrowheads="1"/>
                      </p:cNvSpPr>
                      <p:nvPr/>
                    </p:nvSpPr>
                    <p:spPr bwMode="auto">
                      <a:xfrm>
                        <a:off x="4762500" y="1409700"/>
                        <a:ext cx="609600" cy="4343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Write Pointer</a:t>
                        </a:r>
                      </a:p>
                    </p:txBody>
                  </p:sp>
                  <p:cxnSp>
                    <p:nvCxnSpPr>
                      <p:cNvPr id="21" name="Connector: Elbow 20">
                        <a:extLst>
                          <a:ext uri="{FF2B5EF4-FFF2-40B4-BE49-F238E27FC236}">
                            <a16:creationId xmlns:a16="http://schemas.microsoft.com/office/drawing/2014/main" id="{1F12CA35-62F5-48CD-BCA8-D7F777357F24}"/>
                          </a:ext>
                        </a:extLst>
                      </p:cNvPr>
                      <p:cNvCxnSpPr/>
                      <p:nvPr/>
                    </p:nvCxnSpPr>
                    <p:spPr>
                      <a:xfrm flipV="1">
                        <a:off x="320040" y="960120"/>
                        <a:ext cx="464820" cy="457200"/>
                      </a:xfrm>
                      <a:prstGeom prst="bentConnector3">
                        <a:avLst>
                          <a:gd name="adj1" fmla="val 820"/>
                        </a:avLst>
                      </a:prstGeom>
                      <a:ln>
                        <a:tailEnd type="triangle"/>
                      </a:ln>
                    </p:spPr>
                    <p:style>
                      <a:lnRef idx="1">
                        <a:schemeClr val="dk1"/>
                      </a:lnRef>
                      <a:fillRef idx="0">
                        <a:schemeClr val="dk1"/>
                      </a:fillRef>
                      <a:effectRef idx="0">
                        <a:schemeClr val="dk1"/>
                      </a:effectRef>
                      <a:fontRef idx="minor">
                        <a:schemeClr val="tx1"/>
                      </a:fontRef>
                    </p:style>
                  </p:cxnSp>
                  <p:cxnSp>
                    <p:nvCxnSpPr>
                      <p:cNvPr id="22" name="Connector: Elbow 21">
                        <a:extLst>
                          <a:ext uri="{FF2B5EF4-FFF2-40B4-BE49-F238E27FC236}">
                            <a16:creationId xmlns:a16="http://schemas.microsoft.com/office/drawing/2014/main" id="{849AB7BA-427E-4FDB-8446-07ED13567AD1}"/>
                          </a:ext>
                        </a:extLst>
                      </p:cNvPr>
                      <p:cNvCxnSpPr/>
                      <p:nvPr/>
                    </p:nvCxnSpPr>
                    <p:spPr>
                      <a:xfrm flipH="1" flipV="1">
                        <a:off x="4381500" y="1219200"/>
                        <a:ext cx="697230" cy="190500"/>
                      </a:xfrm>
                      <a:prstGeom prst="bentConnector3">
                        <a:avLst>
                          <a:gd name="adj1" fmla="val -361"/>
                        </a:avLst>
                      </a:prstGeom>
                      <a:ln>
                        <a:tailEnd type="triangle"/>
                      </a:ln>
                    </p:spPr>
                    <p:style>
                      <a:lnRef idx="1">
                        <a:schemeClr val="dk1"/>
                      </a:lnRef>
                      <a:fillRef idx="0">
                        <a:schemeClr val="dk1"/>
                      </a:fillRef>
                      <a:effectRef idx="0">
                        <a:schemeClr val="dk1"/>
                      </a:effectRef>
                      <a:fontRef idx="minor">
                        <a:schemeClr val="tx1"/>
                      </a:fontRef>
                    </p:style>
                  </p:cxnSp>
                </p:grpSp>
              </p:grpSp>
              <p:sp>
                <p:nvSpPr>
                  <p:cNvPr id="6" name="Text Box 2">
                    <a:extLst>
                      <a:ext uri="{FF2B5EF4-FFF2-40B4-BE49-F238E27FC236}">
                        <a16:creationId xmlns:a16="http://schemas.microsoft.com/office/drawing/2014/main" id="{D65D9655-C61E-4A00-B85C-F431FE045D81}"/>
                      </a:ext>
                    </a:extLst>
                  </p:cNvPr>
                  <p:cNvSpPr txBox="1">
                    <a:spLocks noChangeArrowheads="1"/>
                  </p:cNvSpPr>
                  <p:nvPr/>
                </p:nvSpPr>
                <p:spPr bwMode="auto">
                  <a:xfrm>
                    <a:off x="4876800" y="228601"/>
                    <a:ext cx="1744980" cy="8102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filled with log</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empty</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with header</a:t>
                    </a:r>
                  </a:p>
                </p:txBody>
              </p:sp>
              <p:sp>
                <p:nvSpPr>
                  <p:cNvPr id="7" name="Rectangle 6">
                    <a:extLst>
                      <a:ext uri="{FF2B5EF4-FFF2-40B4-BE49-F238E27FC236}">
                        <a16:creationId xmlns:a16="http://schemas.microsoft.com/office/drawing/2014/main" id="{E5C914B3-50E0-4D77-86A3-1376C01C7F31}"/>
                      </a:ext>
                    </a:extLst>
                  </p:cNvPr>
                  <p:cNvSpPr/>
                  <p:nvPr/>
                </p:nvSpPr>
                <p:spPr>
                  <a:xfrm>
                    <a:off x="6324600" y="281940"/>
                    <a:ext cx="163830" cy="191135"/>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 name="Rectangle 7">
                    <a:extLst>
                      <a:ext uri="{FF2B5EF4-FFF2-40B4-BE49-F238E27FC236}">
                        <a16:creationId xmlns:a16="http://schemas.microsoft.com/office/drawing/2014/main" id="{05AF0005-33CA-4740-88DE-76F0A64DCAF5}"/>
                      </a:ext>
                    </a:extLst>
                  </p:cNvPr>
                  <p:cNvSpPr/>
                  <p:nvPr/>
                </p:nvSpPr>
                <p:spPr>
                  <a:xfrm>
                    <a:off x="6332220" y="526416"/>
                    <a:ext cx="164306" cy="191634"/>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48" name="Group 47">
                  <a:extLst>
                    <a:ext uri="{FF2B5EF4-FFF2-40B4-BE49-F238E27FC236}">
                      <a16:creationId xmlns:a16="http://schemas.microsoft.com/office/drawing/2014/main" id="{0309A479-1533-4DA9-9D2F-081DAAC73ED8}"/>
                    </a:ext>
                  </a:extLst>
                </p:cNvPr>
                <p:cNvGrpSpPr/>
                <p:nvPr/>
              </p:nvGrpSpPr>
              <p:grpSpPr>
                <a:xfrm>
                  <a:off x="1254801" y="3524864"/>
                  <a:ext cx="4970265" cy="2705462"/>
                  <a:chOff x="-220981" y="-17231"/>
                  <a:chExt cx="4610101" cy="2044151"/>
                </a:xfrm>
              </p:grpSpPr>
              <p:sp>
                <p:nvSpPr>
                  <p:cNvPr id="52" name="Text Box 2">
                    <a:extLst>
                      <a:ext uri="{FF2B5EF4-FFF2-40B4-BE49-F238E27FC236}">
                        <a16:creationId xmlns:a16="http://schemas.microsoft.com/office/drawing/2014/main" id="{24DE7477-4667-49ED-9AC0-A5668CECEBF3}"/>
                      </a:ext>
                    </a:extLst>
                  </p:cNvPr>
                  <p:cNvSpPr txBox="1">
                    <a:spLocks noChangeArrowheads="1"/>
                  </p:cNvSpPr>
                  <p:nvPr/>
                </p:nvSpPr>
                <p:spPr bwMode="auto">
                  <a:xfrm>
                    <a:off x="784860" y="35814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BRN 4</a:t>
                    </a:r>
                  </a:p>
                </p:txBody>
              </p:sp>
              <p:sp>
                <p:nvSpPr>
                  <p:cNvPr id="53" name="Text Box 2">
                    <a:extLst>
                      <a:ext uri="{FF2B5EF4-FFF2-40B4-BE49-F238E27FC236}">
                        <a16:creationId xmlns:a16="http://schemas.microsoft.com/office/drawing/2014/main" id="{F0AD6E40-A4AF-45D1-93A5-7131EBFC0A76}"/>
                      </a:ext>
                    </a:extLst>
                  </p:cNvPr>
                  <p:cNvSpPr txBox="1">
                    <a:spLocks noChangeArrowheads="1"/>
                  </p:cNvSpPr>
                  <p:nvPr/>
                </p:nvSpPr>
                <p:spPr bwMode="auto">
                  <a:xfrm>
                    <a:off x="2788920" y="34290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2</a:t>
                    </a:r>
                  </a:p>
                </p:txBody>
              </p:sp>
              <p:sp>
                <p:nvSpPr>
                  <p:cNvPr id="54" name="Text Box 2">
                    <a:extLst>
                      <a:ext uri="{FF2B5EF4-FFF2-40B4-BE49-F238E27FC236}">
                        <a16:creationId xmlns:a16="http://schemas.microsoft.com/office/drawing/2014/main" id="{4454654C-19DC-4168-B365-0DF3DEEFF891}"/>
                      </a:ext>
                    </a:extLst>
                  </p:cNvPr>
                  <p:cNvSpPr txBox="1">
                    <a:spLocks noChangeArrowheads="1"/>
                  </p:cNvSpPr>
                  <p:nvPr/>
                </p:nvSpPr>
                <p:spPr bwMode="auto">
                  <a:xfrm>
                    <a:off x="3787140" y="32766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3</a:t>
                    </a:r>
                  </a:p>
                </p:txBody>
              </p:sp>
              <p:sp>
                <p:nvSpPr>
                  <p:cNvPr id="55" name="Text Box 2">
                    <a:extLst>
                      <a:ext uri="{FF2B5EF4-FFF2-40B4-BE49-F238E27FC236}">
                        <a16:creationId xmlns:a16="http://schemas.microsoft.com/office/drawing/2014/main" id="{A35D4129-E39C-4577-9499-F4B08F10BE1F}"/>
                      </a:ext>
                    </a:extLst>
                  </p:cNvPr>
                  <p:cNvSpPr txBox="1">
                    <a:spLocks noChangeArrowheads="1"/>
                  </p:cNvSpPr>
                  <p:nvPr/>
                </p:nvSpPr>
                <p:spPr bwMode="auto">
                  <a:xfrm>
                    <a:off x="1783080" y="342900"/>
                    <a:ext cx="541020" cy="25908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BRN 1</a:t>
                    </a:r>
                  </a:p>
                </p:txBody>
              </p:sp>
              <p:grpSp>
                <p:nvGrpSpPr>
                  <p:cNvPr id="56" name="Group 55">
                    <a:extLst>
                      <a:ext uri="{FF2B5EF4-FFF2-40B4-BE49-F238E27FC236}">
                        <a16:creationId xmlns:a16="http://schemas.microsoft.com/office/drawing/2014/main" id="{8C14277C-A2E4-4FFD-840D-0BCC136124A1}"/>
                      </a:ext>
                    </a:extLst>
                  </p:cNvPr>
                  <p:cNvGrpSpPr/>
                  <p:nvPr/>
                </p:nvGrpSpPr>
                <p:grpSpPr>
                  <a:xfrm>
                    <a:off x="-220981" y="-17231"/>
                    <a:ext cx="4610101" cy="2044151"/>
                    <a:chOff x="-220981" y="-17231"/>
                    <a:chExt cx="4610101" cy="2044151"/>
                  </a:xfrm>
                </p:grpSpPr>
                <p:grpSp>
                  <p:nvGrpSpPr>
                    <p:cNvPr id="57" name="Group 56">
                      <a:extLst>
                        <a:ext uri="{FF2B5EF4-FFF2-40B4-BE49-F238E27FC236}">
                          <a16:creationId xmlns:a16="http://schemas.microsoft.com/office/drawing/2014/main" id="{DCFDA2FD-8800-4513-A280-18FA99D28416}"/>
                        </a:ext>
                      </a:extLst>
                    </p:cNvPr>
                    <p:cNvGrpSpPr/>
                    <p:nvPr/>
                  </p:nvGrpSpPr>
                  <p:grpSpPr>
                    <a:xfrm>
                      <a:off x="762000" y="746760"/>
                      <a:ext cx="3627120" cy="1280160"/>
                      <a:chOff x="0" y="91440"/>
                      <a:chExt cx="3627120" cy="1280160"/>
                    </a:xfrm>
                  </p:grpSpPr>
                  <p:grpSp>
                    <p:nvGrpSpPr>
                      <p:cNvPr id="66" name="Group 65">
                        <a:extLst>
                          <a:ext uri="{FF2B5EF4-FFF2-40B4-BE49-F238E27FC236}">
                            <a16:creationId xmlns:a16="http://schemas.microsoft.com/office/drawing/2014/main" id="{4508F319-0851-40FB-8450-AFA280A48FC7}"/>
                          </a:ext>
                        </a:extLst>
                      </p:cNvPr>
                      <p:cNvGrpSpPr/>
                      <p:nvPr/>
                    </p:nvGrpSpPr>
                    <p:grpSpPr>
                      <a:xfrm>
                        <a:off x="7620" y="91440"/>
                        <a:ext cx="617220" cy="929640"/>
                        <a:chOff x="0" y="0"/>
                        <a:chExt cx="617220" cy="929640"/>
                      </a:xfrm>
                    </p:grpSpPr>
                    <p:sp>
                      <p:nvSpPr>
                        <p:cNvPr id="86" name="Rectangle 85">
                          <a:extLst>
                            <a:ext uri="{FF2B5EF4-FFF2-40B4-BE49-F238E27FC236}">
                              <a16:creationId xmlns:a16="http://schemas.microsoft.com/office/drawing/2014/main" id="{E3D848A4-720E-4FF7-ABD2-A2B018E27C35}"/>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IN" sz="500">
                              <a:effectLst/>
                              <a:ea typeface="Calibri" panose="020F0502020204030204" pitchFamily="34" charset="0"/>
                              <a:cs typeface="Mangal" panose="02040503050203030202" pitchFamily="18" charset="0"/>
                            </a:rPr>
                            <a:t> </a:t>
                          </a:r>
                          <a:endParaRPr lang="en-IN" sz="1100">
                            <a:effectLst/>
                            <a:ea typeface="Calibri" panose="020F0502020204030204" pitchFamily="34" charset="0"/>
                            <a:cs typeface="Mangal" panose="02040503050203030202" pitchFamily="18" charset="0"/>
                          </a:endParaRPr>
                        </a:p>
                      </p:txBody>
                    </p:sp>
                    <p:sp>
                      <p:nvSpPr>
                        <p:cNvPr id="87" name="Rectangle 86">
                          <a:extLst>
                            <a:ext uri="{FF2B5EF4-FFF2-40B4-BE49-F238E27FC236}">
                              <a16:creationId xmlns:a16="http://schemas.microsoft.com/office/drawing/2014/main" id="{C4F7991D-E9F1-4D83-BC93-955B0597A4A2}"/>
                            </a:ext>
                          </a:extLst>
                        </p:cNvPr>
                        <p:cNvSpPr/>
                        <p:nvPr/>
                      </p:nvSpPr>
                      <p:spPr>
                        <a:xfrm>
                          <a:off x="0" y="182880"/>
                          <a:ext cx="617220" cy="281940"/>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88" name="Rectangle 87">
                          <a:extLst>
                            <a:ext uri="{FF2B5EF4-FFF2-40B4-BE49-F238E27FC236}">
                              <a16:creationId xmlns:a16="http://schemas.microsoft.com/office/drawing/2014/main" id="{C735C046-F122-4F04-8109-B85E07994260}"/>
                            </a:ext>
                          </a:extLst>
                        </p:cNvPr>
                        <p:cNvSpPr/>
                        <p:nvPr/>
                      </p:nvSpPr>
                      <p:spPr>
                        <a:xfrm>
                          <a:off x="0" y="472440"/>
                          <a:ext cx="617220" cy="28194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9" name="Rectangle 88">
                          <a:extLst>
                            <a:ext uri="{FF2B5EF4-FFF2-40B4-BE49-F238E27FC236}">
                              <a16:creationId xmlns:a16="http://schemas.microsoft.com/office/drawing/2014/main" id="{DDA7679E-BC25-491B-9B0C-1F3B614D23BB}"/>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67" name="Group 66">
                        <a:extLst>
                          <a:ext uri="{FF2B5EF4-FFF2-40B4-BE49-F238E27FC236}">
                            <a16:creationId xmlns:a16="http://schemas.microsoft.com/office/drawing/2014/main" id="{D2E661E5-69D7-4A07-BC6B-76A14393EB62}"/>
                          </a:ext>
                        </a:extLst>
                      </p:cNvPr>
                      <p:cNvGrpSpPr/>
                      <p:nvPr/>
                    </p:nvGrpSpPr>
                    <p:grpSpPr>
                      <a:xfrm>
                        <a:off x="1005840" y="91440"/>
                        <a:ext cx="617220" cy="929640"/>
                        <a:chOff x="0" y="0"/>
                        <a:chExt cx="617220" cy="929640"/>
                      </a:xfrm>
                    </p:grpSpPr>
                    <p:sp>
                      <p:nvSpPr>
                        <p:cNvPr id="82" name="Rectangle 81">
                          <a:extLst>
                            <a:ext uri="{FF2B5EF4-FFF2-40B4-BE49-F238E27FC236}">
                              <a16:creationId xmlns:a16="http://schemas.microsoft.com/office/drawing/2014/main" id="{8E13627D-8FCF-47E6-82F5-4D8FD028B67D}"/>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3" name="Rectangle 82">
                          <a:extLst>
                            <a:ext uri="{FF2B5EF4-FFF2-40B4-BE49-F238E27FC236}">
                              <a16:creationId xmlns:a16="http://schemas.microsoft.com/office/drawing/2014/main" id="{D364FA22-D381-486E-AF50-16DA6AE80869}"/>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4" name="Rectangle 83">
                          <a:extLst>
                            <a:ext uri="{FF2B5EF4-FFF2-40B4-BE49-F238E27FC236}">
                              <a16:creationId xmlns:a16="http://schemas.microsoft.com/office/drawing/2014/main" id="{DFA5E653-CDA6-4666-81C9-7DB1691021B0}"/>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5" name="Rectangle 84">
                          <a:extLst>
                            <a:ext uri="{FF2B5EF4-FFF2-40B4-BE49-F238E27FC236}">
                              <a16:creationId xmlns:a16="http://schemas.microsoft.com/office/drawing/2014/main" id="{4E249F1C-1BA5-44C5-BB3B-50E50BDCDCC3}"/>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68" name="Group 67">
                        <a:extLst>
                          <a:ext uri="{FF2B5EF4-FFF2-40B4-BE49-F238E27FC236}">
                            <a16:creationId xmlns:a16="http://schemas.microsoft.com/office/drawing/2014/main" id="{06C42E6A-DECC-4C51-A809-C71963045356}"/>
                          </a:ext>
                        </a:extLst>
                      </p:cNvPr>
                      <p:cNvGrpSpPr/>
                      <p:nvPr/>
                    </p:nvGrpSpPr>
                    <p:grpSpPr>
                      <a:xfrm>
                        <a:off x="2004060" y="91440"/>
                        <a:ext cx="617220" cy="929640"/>
                        <a:chOff x="0" y="0"/>
                        <a:chExt cx="617220" cy="929640"/>
                      </a:xfrm>
                    </p:grpSpPr>
                    <p:sp>
                      <p:nvSpPr>
                        <p:cNvPr id="78" name="Rectangle 77">
                          <a:extLst>
                            <a:ext uri="{FF2B5EF4-FFF2-40B4-BE49-F238E27FC236}">
                              <a16:creationId xmlns:a16="http://schemas.microsoft.com/office/drawing/2014/main" id="{E841C44E-0F66-452A-A9FD-9D9E13249318}"/>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79" name="Rectangle 78">
                          <a:extLst>
                            <a:ext uri="{FF2B5EF4-FFF2-40B4-BE49-F238E27FC236}">
                              <a16:creationId xmlns:a16="http://schemas.microsoft.com/office/drawing/2014/main" id="{A1314633-3DC0-487F-9703-920A203CC4A4}"/>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0" name="Rectangle 79">
                          <a:extLst>
                            <a:ext uri="{FF2B5EF4-FFF2-40B4-BE49-F238E27FC236}">
                              <a16:creationId xmlns:a16="http://schemas.microsoft.com/office/drawing/2014/main" id="{38EB8D87-F1C1-4880-84D0-ED327A199147}"/>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81" name="Rectangle 80">
                          <a:extLst>
                            <a:ext uri="{FF2B5EF4-FFF2-40B4-BE49-F238E27FC236}">
                              <a16:creationId xmlns:a16="http://schemas.microsoft.com/office/drawing/2014/main" id="{D276F9DF-3A61-4562-95A4-50B52655172F}"/>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69" name="Group 68">
                        <a:extLst>
                          <a:ext uri="{FF2B5EF4-FFF2-40B4-BE49-F238E27FC236}">
                            <a16:creationId xmlns:a16="http://schemas.microsoft.com/office/drawing/2014/main" id="{023A8C04-CCCD-4839-9996-80CCF4CF9D97}"/>
                          </a:ext>
                        </a:extLst>
                      </p:cNvPr>
                      <p:cNvGrpSpPr/>
                      <p:nvPr/>
                    </p:nvGrpSpPr>
                    <p:grpSpPr>
                      <a:xfrm>
                        <a:off x="3009900" y="91440"/>
                        <a:ext cx="617220" cy="929640"/>
                        <a:chOff x="0" y="0"/>
                        <a:chExt cx="617220" cy="929640"/>
                      </a:xfrm>
                    </p:grpSpPr>
                    <p:sp>
                      <p:nvSpPr>
                        <p:cNvPr id="74" name="Rectangle 73">
                          <a:extLst>
                            <a:ext uri="{FF2B5EF4-FFF2-40B4-BE49-F238E27FC236}">
                              <a16:creationId xmlns:a16="http://schemas.microsoft.com/office/drawing/2014/main" id="{756539E8-D8FE-4B53-B225-A9CB0D35AC05}"/>
                            </a:ext>
                          </a:extLst>
                        </p:cNvPr>
                        <p:cNvSpPr/>
                        <p:nvPr/>
                      </p:nvSpPr>
                      <p:spPr>
                        <a:xfrm>
                          <a:off x="0" y="0"/>
                          <a:ext cx="617220" cy="17526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75" name="Rectangle 74">
                          <a:extLst>
                            <a:ext uri="{FF2B5EF4-FFF2-40B4-BE49-F238E27FC236}">
                              <a16:creationId xmlns:a16="http://schemas.microsoft.com/office/drawing/2014/main" id="{75F568A4-F7BD-475F-9B20-BA80F319DE61}"/>
                            </a:ext>
                          </a:extLst>
                        </p:cNvPr>
                        <p:cNvSpPr/>
                        <p:nvPr/>
                      </p:nvSpPr>
                      <p:spPr>
                        <a:xfrm>
                          <a:off x="0" y="18288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76" name="Rectangle 75">
                          <a:extLst>
                            <a:ext uri="{FF2B5EF4-FFF2-40B4-BE49-F238E27FC236}">
                              <a16:creationId xmlns:a16="http://schemas.microsoft.com/office/drawing/2014/main" id="{745871F2-77CC-4766-8AD5-B4B1256C284E}"/>
                            </a:ext>
                          </a:extLst>
                        </p:cNvPr>
                        <p:cNvSpPr/>
                        <p:nvPr/>
                      </p:nvSpPr>
                      <p:spPr>
                        <a:xfrm>
                          <a:off x="0" y="472440"/>
                          <a:ext cx="617220" cy="2819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dirty="0"/>
                        </a:p>
                      </p:txBody>
                    </p:sp>
                    <p:sp>
                      <p:nvSpPr>
                        <p:cNvPr id="77" name="Rectangle 76">
                          <a:extLst>
                            <a:ext uri="{FF2B5EF4-FFF2-40B4-BE49-F238E27FC236}">
                              <a16:creationId xmlns:a16="http://schemas.microsoft.com/office/drawing/2014/main" id="{57C0D397-B1F3-4651-B6FF-965B8CA04F5E}"/>
                            </a:ext>
                          </a:extLst>
                        </p:cNvPr>
                        <p:cNvSpPr/>
                        <p:nvPr/>
                      </p:nvSpPr>
                      <p:spPr>
                        <a:xfrm>
                          <a:off x="0" y="754380"/>
                          <a:ext cx="617220" cy="1752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sp>
                    <p:nvSpPr>
                      <p:cNvPr id="70" name="Text Box 2">
                        <a:extLst>
                          <a:ext uri="{FF2B5EF4-FFF2-40B4-BE49-F238E27FC236}">
                            <a16:creationId xmlns:a16="http://schemas.microsoft.com/office/drawing/2014/main" id="{E83DF4EE-9DD2-4965-BBF5-8F6962239F84}"/>
                          </a:ext>
                        </a:extLst>
                      </p:cNvPr>
                      <p:cNvSpPr txBox="1">
                        <a:spLocks noChangeArrowheads="1"/>
                      </p:cNvSpPr>
                      <p:nvPr/>
                    </p:nvSpPr>
                    <p:spPr bwMode="auto">
                      <a:xfrm>
                        <a:off x="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1</a:t>
                        </a:r>
                      </a:p>
                    </p:txBody>
                  </p:sp>
                  <p:sp>
                    <p:nvSpPr>
                      <p:cNvPr id="71" name="Text Box 2">
                        <a:extLst>
                          <a:ext uri="{FF2B5EF4-FFF2-40B4-BE49-F238E27FC236}">
                            <a16:creationId xmlns:a16="http://schemas.microsoft.com/office/drawing/2014/main" id="{1C753544-73DB-4AA7-91CC-96A1FE3F7199}"/>
                          </a:ext>
                        </a:extLst>
                      </p:cNvPr>
                      <p:cNvSpPr txBox="1">
                        <a:spLocks noChangeArrowheads="1"/>
                      </p:cNvSpPr>
                      <p:nvPr/>
                    </p:nvSpPr>
                    <p:spPr bwMode="auto">
                      <a:xfrm>
                        <a:off x="998220" y="108204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2</a:t>
                        </a:r>
                      </a:p>
                    </p:txBody>
                  </p:sp>
                  <p:sp>
                    <p:nvSpPr>
                      <p:cNvPr id="72" name="Text Box 2">
                        <a:extLst>
                          <a:ext uri="{FF2B5EF4-FFF2-40B4-BE49-F238E27FC236}">
                            <a16:creationId xmlns:a16="http://schemas.microsoft.com/office/drawing/2014/main" id="{9A50C8C8-CEA2-4898-8900-3ADD3424BE78}"/>
                          </a:ext>
                        </a:extLst>
                      </p:cNvPr>
                      <p:cNvSpPr txBox="1">
                        <a:spLocks noChangeArrowheads="1"/>
                      </p:cNvSpPr>
                      <p:nvPr/>
                    </p:nvSpPr>
                    <p:spPr bwMode="auto">
                      <a:xfrm>
                        <a:off x="198882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3</a:t>
                        </a:r>
                      </a:p>
                    </p:txBody>
                  </p:sp>
                  <p:sp>
                    <p:nvSpPr>
                      <p:cNvPr id="73" name="Text Box 2">
                        <a:extLst>
                          <a:ext uri="{FF2B5EF4-FFF2-40B4-BE49-F238E27FC236}">
                            <a16:creationId xmlns:a16="http://schemas.microsoft.com/office/drawing/2014/main" id="{FEC293F1-F6E0-4FB5-9DE9-1C8F194FA4C5}"/>
                          </a:ext>
                        </a:extLst>
                      </p:cNvPr>
                      <p:cNvSpPr txBox="1">
                        <a:spLocks noChangeArrowheads="1"/>
                      </p:cNvSpPr>
                      <p:nvPr/>
                    </p:nvSpPr>
                    <p:spPr bwMode="auto">
                      <a:xfrm>
                        <a:off x="2987040" y="1074420"/>
                        <a:ext cx="624840" cy="28956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800"/>
                          </a:spcAft>
                        </a:pPr>
                        <a:r>
                          <a:rPr lang="en-IN" sz="1100">
                            <a:effectLst/>
                            <a:latin typeface="Calibri" panose="020F0502020204030204" pitchFamily="34" charset="0"/>
                            <a:ea typeface="Calibri" panose="020F0502020204030204" pitchFamily="34" charset="0"/>
                            <a:cs typeface="Mangal" panose="02040503050203030202" pitchFamily="18" charset="0"/>
                          </a:rPr>
                          <a:t>Block 4</a:t>
                        </a:r>
                      </a:p>
                    </p:txBody>
                  </p:sp>
                </p:grpSp>
                <p:cxnSp>
                  <p:nvCxnSpPr>
                    <p:cNvPr id="58" name="Straight Arrow Connector 57">
                      <a:extLst>
                        <a:ext uri="{FF2B5EF4-FFF2-40B4-BE49-F238E27FC236}">
                          <a16:creationId xmlns:a16="http://schemas.microsoft.com/office/drawing/2014/main" id="{9AB9BFBF-C86B-4B0C-B00E-F2AAD7BDC33E}"/>
                        </a:ext>
                      </a:extLst>
                    </p:cNvPr>
                    <p:cNvCxnSpPr/>
                    <p:nvPr/>
                  </p:nvCxnSpPr>
                  <p:spPr>
                    <a:xfrm>
                      <a:off x="305562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a:extLst>
                        <a:ext uri="{FF2B5EF4-FFF2-40B4-BE49-F238E27FC236}">
                          <a16:creationId xmlns:a16="http://schemas.microsoft.com/office/drawing/2014/main" id="{162E8ED7-443D-4B55-A102-62C41773E72B}"/>
                        </a:ext>
                      </a:extLst>
                    </p:cNvPr>
                    <p:cNvCxnSpPr/>
                    <p:nvPr/>
                  </p:nvCxnSpPr>
                  <p:spPr>
                    <a:xfrm>
                      <a:off x="4069080" y="594360"/>
                      <a:ext cx="0" cy="152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BD2AE7E2-D4DE-4193-B861-74D6FF91E806}"/>
                        </a:ext>
                      </a:extLst>
                    </p:cNvPr>
                    <p:cNvCxnSpPr/>
                    <p:nvPr/>
                  </p:nvCxnSpPr>
                  <p:spPr>
                    <a:xfrm>
                      <a:off x="1059180" y="617220"/>
                      <a:ext cx="0" cy="137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FCEF2CAF-7D1C-42D8-9231-4449A3148605}"/>
                        </a:ext>
                      </a:extLst>
                    </p:cNvPr>
                    <p:cNvCxnSpPr/>
                    <p:nvPr/>
                  </p:nvCxnSpPr>
                  <p:spPr>
                    <a:xfrm>
                      <a:off x="2057400" y="601980"/>
                      <a:ext cx="0" cy="144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2" name="Text Box 2">
                      <a:extLst>
                        <a:ext uri="{FF2B5EF4-FFF2-40B4-BE49-F238E27FC236}">
                          <a16:creationId xmlns:a16="http://schemas.microsoft.com/office/drawing/2014/main" id="{A56C89E8-CC90-4194-A313-F3C65A863E43}"/>
                        </a:ext>
                      </a:extLst>
                    </p:cNvPr>
                    <p:cNvSpPr txBox="1">
                      <a:spLocks noChangeArrowheads="1"/>
                    </p:cNvSpPr>
                    <p:nvPr/>
                  </p:nvSpPr>
                  <p:spPr bwMode="auto">
                    <a:xfrm>
                      <a:off x="1280161" y="-17231"/>
                      <a:ext cx="624840" cy="327098"/>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Read Pointer</a:t>
                      </a:r>
                    </a:p>
                    <a:p>
                      <a:pP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 </a:t>
                      </a:r>
                    </a:p>
                    <a:p>
                      <a:pP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 </a:t>
                      </a:r>
                    </a:p>
                  </p:txBody>
                </p:sp>
                <p:sp>
                  <p:nvSpPr>
                    <p:cNvPr id="63" name="Text Box 2">
                      <a:extLst>
                        <a:ext uri="{FF2B5EF4-FFF2-40B4-BE49-F238E27FC236}">
                          <a16:creationId xmlns:a16="http://schemas.microsoft.com/office/drawing/2014/main" id="{F6FBCB4A-EB2F-4817-82F6-411C333AE5F3}"/>
                        </a:ext>
                      </a:extLst>
                    </p:cNvPr>
                    <p:cNvSpPr txBox="1">
                      <a:spLocks noChangeArrowheads="1"/>
                    </p:cNvSpPr>
                    <p:nvPr/>
                  </p:nvSpPr>
                  <p:spPr bwMode="auto">
                    <a:xfrm>
                      <a:off x="-220981" y="1211581"/>
                      <a:ext cx="609600" cy="374731"/>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gn="ctr">
                        <a:lnSpc>
                          <a:spcPct val="106000"/>
                        </a:lnSpc>
                        <a:spcAft>
                          <a:spcPts val="800"/>
                        </a:spcAft>
                      </a:pPr>
                      <a:r>
                        <a:rPr lang="en-IN" sz="1100" dirty="0">
                          <a:effectLst/>
                          <a:latin typeface="Calibri" panose="020F0502020204030204" pitchFamily="34" charset="0"/>
                          <a:ea typeface="Calibri" panose="020F0502020204030204" pitchFamily="34" charset="0"/>
                          <a:cs typeface="Mangal" panose="02040503050203030202" pitchFamily="18" charset="0"/>
                        </a:rPr>
                        <a:t>Write Pointer</a:t>
                      </a:r>
                    </a:p>
                  </p:txBody>
                </p:sp>
                <p:cxnSp>
                  <p:nvCxnSpPr>
                    <p:cNvPr id="64" name="Connector: Elbow 63">
                      <a:extLst>
                        <a:ext uri="{FF2B5EF4-FFF2-40B4-BE49-F238E27FC236}">
                          <a16:creationId xmlns:a16="http://schemas.microsoft.com/office/drawing/2014/main" id="{24B70A31-97DD-4BEB-BE8F-317516E6A7EA}"/>
                        </a:ext>
                      </a:extLst>
                    </p:cNvPr>
                    <p:cNvCxnSpPr>
                      <a:cxnSpLocks/>
                    </p:cNvCxnSpPr>
                    <p:nvPr/>
                  </p:nvCxnSpPr>
                  <p:spPr>
                    <a:xfrm rot="16200000" flipH="1">
                      <a:off x="1366514" y="535936"/>
                      <a:ext cx="619774" cy="167637"/>
                    </a:xfrm>
                    <a:prstGeom prst="bentConnector3">
                      <a:avLst>
                        <a:gd name="adj1" fmla="val 99000"/>
                      </a:avLst>
                    </a:prstGeom>
                    <a:ln>
                      <a:tailEnd type="triangle"/>
                    </a:ln>
                  </p:spPr>
                  <p:style>
                    <a:lnRef idx="1">
                      <a:schemeClr val="dk1"/>
                    </a:lnRef>
                    <a:fillRef idx="0">
                      <a:schemeClr val="dk1"/>
                    </a:fillRef>
                    <a:effectRef idx="0">
                      <a:schemeClr val="dk1"/>
                    </a:effectRef>
                    <a:fontRef idx="minor">
                      <a:schemeClr val="tx1"/>
                    </a:fontRef>
                  </p:style>
                </p:cxnSp>
                <p:cxnSp>
                  <p:nvCxnSpPr>
                    <p:cNvPr id="65" name="Connector: Elbow 64">
                      <a:extLst>
                        <a:ext uri="{FF2B5EF4-FFF2-40B4-BE49-F238E27FC236}">
                          <a16:creationId xmlns:a16="http://schemas.microsoft.com/office/drawing/2014/main" id="{A8268A4E-2624-46D4-8BDF-15C8CF4A70F8}"/>
                        </a:ext>
                      </a:extLst>
                    </p:cNvPr>
                    <p:cNvCxnSpPr>
                      <a:cxnSpLocks/>
                      <a:stCxn id="63" idx="0"/>
                    </p:cNvCxnSpPr>
                    <p:nvPr/>
                  </p:nvCxnSpPr>
                  <p:spPr>
                    <a:xfrm rot="5400000" flipH="1" flipV="1">
                      <a:off x="281940" y="731520"/>
                      <a:ext cx="281940" cy="67818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grpSp>
            <p:sp>
              <p:nvSpPr>
                <p:cNvPr id="101" name="Arrow: Down 100">
                  <a:extLst>
                    <a:ext uri="{FF2B5EF4-FFF2-40B4-BE49-F238E27FC236}">
                      <a16:creationId xmlns:a16="http://schemas.microsoft.com/office/drawing/2014/main" id="{8F4917B0-4D03-437F-98DD-7E70B2AC933F}"/>
                    </a:ext>
                  </a:extLst>
                </p:cNvPr>
                <p:cNvSpPr/>
                <p:nvPr/>
              </p:nvSpPr>
              <p:spPr>
                <a:xfrm>
                  <a:off x="4058478" y="3081240"/>
                  <a:ext cx="349619" cy="859751"/>
                </a:xfrm>
                <a:prstGeom prst="downArrow">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02" name="TextBox 101">
                  <a:extLst>
                    <a:ext uri="{FF2B5EF4-FFF2-40B4-BE49-F238E27FC236}">
                      <a16:creationId xmlns:a16="http://schemas.microsoft.com/office/drawing/2014/main" id="{D9634409-161B-4143-8324-B8280517309C}"/>
                    </a:ext>
                  </a:extLst>
                </p:cNvPr>
                <p:cNvSpPr txBox="1"/>
                <p:nvPr/>
              </p:nvSpPr>
              <p:spPr>
                <a:xfrm>
                  <a:off x="4458774" y="3064610"/>
                  <a:ext cx="1622198" cy="830997"/>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Roll – Over (Also a case of Write Blk Exhausted)</a:t>
                  </a:r>
                  <a:endParaRPr lang="en-IN" sz="1600" dirty="0">
                    <a:latin typeface="Calibri" panose="020F0502020204030204" pitchFamily="34" charset="0"/>
                    <a:cs typeface="Calibri" panose="020F0502020204030204" pitchFamily="34" charset="0"/>
                  </a:endParaRPr>
                </a:p>
              </p:txBody>
            </p:sp>
          </p:grpSp>
          <p:sp>
            <p:nvSpPr>
              <p:cNvPr id="91" name="Rectangle 90">
                <a:extLst>
                  <a:ext uri="{FF2B5EF4-FFF2-40B4-BE49-F238E27FC236}">
                    <a16:creationId xmlns:a16="http://schemas.microsoft.com/office/drawing/2014/main" id="{257EEF2D-F6A9-463B-AA59-246606E7B501}"/>
                  </a:ext>
                </a:extLst>
              </p:cNvPr>
              <p:cNvSpPr/>
              <p:nvPr/>
            </p:nvSpPr>
            <p:spPr>
              <a:xfrm>
                <a:off x="7841817" y="1060696"/>
                <a:ext cx="164306" cy="19161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nvGrpSpPr>
            <p:cNvPr id="3" name="Group 2">
              <a:extLst>
                <a:ext uri="{FF2B5EF4-FFF2-40B4-BE49-F238E27FC236}">
                  <a16:creationId xmlns:a16="http://schemas.microsoft.com/office/drawing/2014/main" id="{36B8866F-D451-4BF6-9C25-449405C261F4}"/>
                </a:ext>
              </a:extLst>
            </p:cNvPr>
            <p:cNvGrpSpPr/>
            <p:nvPr/>
          </p:nvGrpSpPr>
          <p:grpSpPr>
            <a:xfrm>
              <a:off x="6386397" y="3597234"/>
              <a:ext cx="1744980" cy="810192"/>
              <a:chOff x="6538797" y="670851"/>
              <a:chExt cx="1744980" cy="810192"/>
            </a:xfrm>
          </p:grpSpPr>
          <p:sp>
            <p:nvSpPr>
              <p:cNvPr id="93" name="Text Box 2">
                <a:extLst>
                  <a:ext uri="{FF2B5EF4-FFF2-40B4-BE49-F238E27FC236}">
                    <a16:creationId xmlns:a16="http://schemas.microsoft.com/office/drawing/2014/main" id="{20E788F0-815A-4EE5-8546-19C05E70782A}"/>
                  </a:ext>
                </a:extLst>
              </p:cNvPr>
              <p:cNvSpPr txBox="1">
                <a:spLocks noChangeArrowheads="1"/>
              </p:cNvSpPr>
              <p:nvPr/>
            </p:nvSpPr>
            <p:spPr bwMode="auto">
              <a:xfrm>
                <a:off x="6538797" y="670851"/>
                <a:ext cx="1744980" cy="81019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filled with log</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empty</a:t>
                </a:r>
              </a:p>
              <a:p>
                <a:pPr>
                  <a:lnSpc>
                    <a:spcPct val="106000"/>
                  </a:lnSpc>
                  <a:spcAft>
                    <a:spcPts val="600"/>
                  </a:spcAft>
                </a:pPr>
                <a:r>
                  <a:rPr lang="en-IN" sz="1100" dirty="0">
                    <a:effectLst/>
                    <a:latin typeface="Calibri" panose="020F0502020204030204" pitchFamily="34" charset="0"/>
                    <a:ea typeface="Calibri" panose="020F0502020204030204" pitchFamily="34" charset="0"/>
                    <a:cs typeface="Mangal" panose="02040503050203030202" pitchFamily="18" charset="0"/>
                  </a:rPr>
                  <a:t>Space with header</a:t>
                </a:r>
              </a:p>
            </p:txBody>
          </p:sp>
          <p:sp>
            <p:nvSpPr>
              <p:cNvPr id="94" name="Rectangle 93">
                <a:extLst>
                  <a:ext uri="{FF2B5EF4-FFF2-40B4-BE49-F238E27FC236}">
                    <a16:creationId xmlns:a16="http://schemas.microsoft.com/office/drawing/2014/main" id="{357C841E-883D-43F0-AE96-8883CE4B410E}"/>
                  </a:ext>
                </a:extLst>
              </p:cNvPr>
              <p:cNvSpPr/>
              <p:nvPr/>
            </p:nvSpPr>
            <p:spPr>
              <a:xfrm>
                <a:off x="7986597" y="724186"/>
                <a:ext cx="163830" cy="191119"/>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5" name="Rectangle 94">
                <a:extLst>
                  <a:ext uri="{FF2B5EF4-FFF2-40B4-BE49-F238E27FC236}">
                    <a16:creationId xmlns:a16="http://schemas.microsoft.com/office/drawing/2014/main" id="{0CADDCCA-AED1-474B-9424-28AA9002F61F}"/>
                  </a:ext>
                </a:extLst>
              </p:cNvPr>
              <p:cNvSpPr/>
              <p:nvPr/>
            </p:nvSpPr>
            <p:spPr>
              <a:xfrm>
                <a:off x="7994217" y="968641"/>
                <a:ext cx="164306" cy="19161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96" name="Rectangle 95">
                <a:extLst>
                  <a:ext uri="{FF2B5EF4-FFF2-40B4-BE49-F238E27FC236}">
                    <a16:creationId xmlns:a16="http://schemas.microsoft.com/office/drawing/2014/main" id="{F226B3E5-DD20-4293-A1BB-978C359784A5}"/>
                  </a:ext>
                </a:extLst>
              </p:cNvPr>
              <p:cNvSpPr/>
              <p:nvPr/>
            </p:nvSpPr>
            <p:spPr>
              <a:xfrm>
                <a:off x="7994217" y="1213096"/>
                <a:ext cx="164306" cy="19161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p:grpSp>
      <p:sp>
        <p:nvSpPr>
          <p:cNvPr id="92" name="TextBox 91">
            <a:extLst>
              <a:ext uri="{FF2B5EF4-FFF2-40B4-BE49-F238E27FC236}">
                <a16:creationId xmlns:a16="http://schemas.microsoft.com/office/drawing/2014/main" id="{68FB17A9-21F6-43C0-A201-425DBA5F925A}"/>
              </a:ext>
            </a:extLst>
          </p:cNvPr>
          <p:cNvSpPr txBox="1"/>
          <p:nvPr/>
        </p:nvSpPr>
        <p:spPr>
          <a:xfrm>
            <a:off x="1516269" y="513474"/>
            <a:ext cx="5627077" cy="401934"/>
          </a:xfrm>
          <a:prstGeom prst="rect">
            <a:avLst/>
          </a:prstGeom>
          <a:noFill/>
        </p:spPr>
        <p:txBody>
          <a:bodyPr wrap="square" rtlCol="0">
            <a:spAutoFit/>
          </a:bodyPr>
          <a:lstStyle/>
          <a:p>
            <a:r>
              <a:rPr lang="en-IN" sz="2000" dirty="0">
                <a:latin typeface="+mj-lt"/>
              </a:rPr>
              <a:t>WP, RP and Flash status after Roll-Over</a:t>
            </a:r>
          </a:p>
        </p:txBody>
      </p:sp>
      <p:sp>
        <p:nvSpPr>
          <p:cNvPr id="97" name="TextBox 96">
            <a:extLst>
              <a:ext uri="{FF2B5EF4-FFF2-40B4-BE49-F238E27FC236}">
                <a16:creationId xmlns:a16="http://schemas.microsoft.com/office/drawing/2014/main" id="{565C7854-D151-4D18-9985-F96D2A4CC8B4}"/>
              </a:ext>
            </a:extLst>
          </p:cNvPr>
          <p:cNvSpPr txBox="1"/>
          <p:nvPr/>
        </p:nvSpPr>
        <p:spPr>
          <a:xfrm>
            <a:off x="6973791" y="930681"/>
            <a:ext cx="1552916" cy="5450851"/>
          </a:xfrm>
          <a:prstGeom prst="rect">
            <a:avLst/>
          </a:prstGeom>
          <a:noFill/>
        </p:spPr>
        <p:txBody>
          <a:bodyPr wrap="square" rtlCol="0">
            <a:spAutoFit/>
          </a:bodyPr>
          <a:lstStyle/>
          <a:p>
            <a:pPr>
              <a:lnSpc>
                <a:spcPct val="150000"/>
              </a:lnSpc>
            </a:pPr>
            <a:r>
              <a:rPr lang="en-IN" dirty="0">
                <a:latin typeface="Calibri" panose="020F0502020204030204" pitchFamily="34" charset="0"/>
                <a:cs typeface="Calibri" panose="020F0502020204030204" pitchFamily="34" charset="0"/>
              </a:rPr>
              <a:t>When the WP reaches the end of the last block then the first block is erased and the WP is moved to the start of the erased block after its block header has been written.</a:t>
            </a:r>
          </a:p>
        </p:txBody>
      </p:sp>
    </p:spTree>
    <p:extLst>
      <p:ext uri="{BB962C8B-B14F-4D97-AF65-F5344CB8AC3E}">
        <p14:creationId xmlns:p14="http://schemas.microsoft.com/office/powerpoint/2010/main" val="723474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323CE4-9A05-4719-A0F0-916B6E155DA1}"/>
              </a:ext>
            </a:extLst>
          </p:cNvPr>
          <p:cNvSpPr txBox="1"/>
          <p:nvPr/>
        </p:nvSpPr>
        <p:spPr>
          <a:xfrm>
            <a:off x="1195754" y="1135464"/>
            <a:ext cx="6893169" cy="4482189"/>
          </a:xfrm>
          <a:prstGeom prst="rect">
            <a:avLst/>
          </a:prstGeom>
          <a:noFill/>
        </p:spPr>
        <p:txBody>
          <a:bodyPr wrap="square" rtlCol="0">
            <a:spAutoFit/>
          </a:bodyPr>
          <a:lstStyle/>
          <a:p>
            <a:pPr marL="498475" algn="ctr">
              <a:lnSpc>
                <a:spcPct val="106000"/>
              </a:lnSpc>
              <a:tabLst>
                <a:tab pos="3048000" algn="l"/>
              </a:tabLst>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buFont typeface="Arial" panose="020B0604020202020204" pitchFamily="34" charset="0"/>
              <a:buChar char="•"/>
              <a:tabLst>
                <a:tab pos="3048000" algn="l"/>
              </a:tabLst>
            </a:pPr>
            <a:r>
              <a:rPr lang="en-IN" b="1" dirty="0">
                <a:effectLst/>
                <a:latin typeface="Calibri" panose="020F0502020204030204" pitchFamily="34" charset="0"/>
                <a:ea typeface="Calibri" panose="020F0502020204030204" pitchFamily="34" charset="0"/>
                <a:cs typeface="Calibri" panose="020F0502020204030204" pitchFamily="34" charset="0"/>
              </a:rPr>
              <a:t>Corrupt BRN</a:t>
            </a:r>
            <a:r>
              <a:rPr lang="en-IN" dirty="0">
                <a:effectLst/>
                <a:latin typeface="Calibri" panose="020F0502020204030204" pitchFamily="34" charset="0"/>
                <a:ea typeface="Calibri" panose="020F0502020204030204" pitchFamily="34" charset="0"/>
                <a:cs typeface="Calibri" panose="020F0502020204030204" pitchFamily="34" charset="0"/>
              </a:rPr>
              <a:t> – This is when the CRC of the stored BRN is calculated and it does not match the CRC of the block header that is stored with the BRN, in this situation the block corrupt status is returned and the block header is not taken. </a:t>
            </a:r>
          </a:p>
          <a:p>
            <a:pPr marL="342900" lvl="0" indent="-342900">
              <a:lnSpc>
                <a:spcPct val="106000"/>
              </a:lnSpc>
              <a:buFont typeface="Arial" panose="020B0604020202020204" pitchFamily="34" charset="0"/>
              <a:buChar char="•"/>
              <a:tabLst>
                <a:tab pos="3048000" algn="l"/>
              </a:tabLst>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buFont typeface="Arial" panose="020B0604020202020204" pitchFamily="34" charset="0"/>
              <a:buChar char="•"/>
              <a:tabLst>
                <a:tab pos="3048000" algn="l"/>
              </a:tabLst>
            </a:pPr>
            <a:r>
              <a:rPr lang="en-IN" b="1" dirty="0">
                <a:effectLst/>
                <a:latin typeface="Calibri" panose="020F0502020204030204" pitchFamily="34" charset="0"/>
                <a:ea typeface="Calibri" panose="020F0502020204030204" pitchFamily="34" charset="0"/>
                <a:cs typeface="Calibri" panose="020F0502020204030204" pitchFamily="34" charset="0"/>
              </a:rPr>
              <a:t>Corrupt Log</a:t>
            </a:r>
            <a:r>
              <a:rPr lang="en-IN" dirty="0">
                <a:effectLst/>
                <a:latin typeface="Calibri" panose="020F0502020204030204" pitchFamily="34" charset="0"/>
                <a:ea typeface="Calibri" panose="020F0502020204030204" pitchFamily="34" charset="0"/>
                <a:cs typeface="Calibri" panose="020F0502020204030204" pitchFamily="34" charset="0"/>
              </a:rPr>
              <a:t> – This is when the stored log is read and the CRC calculated after retrieving it does not match the stored CRC for the log, in this situation the log corrupt status is returned and the log data is not returned to the user.</a:t>
            </a:r>
          </a:p>
          <a:p>
            <a:pPr marL="342900" lvl="0" indent="-342900">
              <a:lnSpc>
                <a:spcPct val="106000"/>
              </a:lnSpc>
              <a:buFont typeface="Arial" panose="020B0604020202020204" pitchFamily="34" charset="0"/>
              <a:buChar char="•"/>
              <a:tabLst>
                <a:tab pos="3048000" algn="l"/>
              </a:tabLst>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06000"/>
              </a:lnSpc>
              <a:spcAft>
                <a:spcPts val="800"/>
              </a:spcAft>
              <a:buFont typeface="Arial" panose="020B0604020202020204" pitchFamily="34" charset="0"/>
              <a:buChar char="•"/>
              <a:tabLst>
                <a:tab pos="3048000" algn="l"/>
              </a:tabLst>
            </a:pPr>
            <a:r>
              <a:rPr lang="en-IN" b="1" dirty="0">
                <a:effectLst/>
                <a:latin typeface="Calibri" panose="020F0502020204030204" pitchFamily="34" charset="0"/>
                <a:ea typeface="Calibri" panose="020F0502020204030204" pitchFamily="34" charset="0"/>
                <a:cs typeface="Calibri" panose="020F0502020204030204" pitchFamily="34" charset="0"/>
              </a:rPr>
              <a:t>Log Not Available</a:t>
            </a:r>
            <a:r>
              <a:rPr lang="en-IN" dirty="0">
                <a:effectLst/>
                <a:latin typeface="Calibri" panose="020F0502020204030204" pitchFamily="34" charset="0"/>
                <a:ea typeface="Calibri" panose="020F0502020204030204" pitchFamily="34" charset="0"/>
                <a:cs typeface="Calibri" panose="020F0502020204030204" pitchFamily="34" charset="0"/>
              </a:rPr>
              <a:t> – This is when the log number entered by the user exceeds the number of logs that currently exist in the flash. This returns the log not available status and does not return the data.</a:t>
            </a:r>
            <a:r>
              <a:rPr lang="en-IN" b="0" i="0" u="none" strike="noStrike" dirty="0">
                <a:solidFill>
                  <a:srgbClr val="000000"/>
                </a:solidFill>
                <a:effectLst/>
                <a:latin typeface="Calibri" panose="020F0502020204030204" pitchFamily="34" charset="0"/>
              </a:rPr>
              <a:t> </a:t>
            </a:r>
            <a:endParaRPr lang="en-IN" dirty="0"/>
          </a:p>
        </p:txBody>
      </p:sp>
    </p:spTree>
    <p:extLst>
      <p:ext uri="{BB962C8B-B14F-4D97-AF65-F5344CB8AC3E}">
        <p14:creationId xmlns:p14="http://schemas.microsoft.com/office/powerpoint/2010/main" val="963874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3D82-8D1E-4577-AD81-76302B9C41C1}"/>
              </a:ext>
            </a:extLst>
          </p:cNvPr>
          <p:cNvSpPr>
            <a:spLocks noGrp="1"/>
          </p:cNvSpPr>
          <p:nvPr>
            <p:ph type="title"/>
          </p:nvPr>
        </p:nvSpPr>
        <p:spPr>
          <a:xfrm>
            <a:off x="510854" y="80758"/>
            <a:ext cx="8227800" cy="1143000"/>
          </a:xfrm>
        </p:spPr>
        <p:txBody>
          <a:bodyPr/>
          <a:lstStyle/>
          <a:p>
            <a:pPr algn="ctr"/>
            <a:r>
              <a:rPr lang="en-IN" sz="2000" b="1" dirty="0"/>
              <a:t>EXAMPLE IMPLEMENTATION</a:t>
            </a:r>
          </a:p>
        </p:txBody>
      </p:sp>
      <p:sp>
        <p:nvSpPr>
          <p:cNvPr id="4" name="TextBox 3">
            <a:extLst>
              <a:ext uri="{FF2B5EF4-FFF2-40B4-BE49-F238E27FC236}">
                <a16:creationId xmlns:a16="http://schemas.microsoft.com/office/drawing/2014/main" id="{2CF1C387-9BB6-4698-BBBC-740BB5FE8448}"/>
              </a:ext>
            </a:extLst>
          </p:cNvPr>
          <p:cNvSpPr txBox="1"/>
          <p:nvPr/>
        </p:nvSpPr>
        <p:spPr>
          <a:xfrm>
            <a:off x="145701" y="822696"/>
            <a:ext cx="8335108" cy="5909310"/>
          </a:xfrm>
          <a:prstGeom prst="rect">
            <a:avLst/>
          </a:prstGeom>
          <a:noFill/>
        </p:spPr>
        <p:txBody>
          <a:bodyPr wrap="square" rtlCol="0">
            <a:spAutoFit/>
          </a:bodyPr>
          <a:lstStyle/>
          <a:p>
            <a:r>
              <a:rPr lang="en-IN" dirty="0">
                <a:latin typeface="Calibri" panose="020F0502020204030204" pitchFamily="34" charset="0"/>
                <a:cs typeface="Calibri" panose="020F0502020204030204" pitchFamily="34" charset="0"/>
              </a:rPr>
              <a:t>These are parameters of an sample flash.</a:t>
            </a: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Calculated parameters</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An excel tool to do these calculations has been created.</a:t>
            </a:r>
          </a:p>
        </p:txBody>
      </p:sp>
      <p:graphicFrame>
        <p:nvGraphicFramePr>
          <p:cNvPr id="3" name="Table 4">
            <a:extLst>
              <a:ext uri="{FF2B5EF4-FFF2-40B4-BE49-F238E27FC236}">
                <a16:creationId xmlns:a16="http://schemas.microsoft.com/office/drawing/2014/main" id="{1EB0A28E-AE49-4C69-9477-728261E1D148}"/>
              </a:ext>
            </a:extLst>
          </p:cNvPr>
          <p:cNvGraphicFramePr>
            <a:graphicFrameLocks noGrp="1"/>
          </p:cNvGraphicFramePr>
          <p:nvPr>
            <p:extLst>
              <p:ext uri="{D42A27DB-BD31-4B8C-83A1-F6EECF244321}">
                <p14:modId xmlns:p14="http://schemas.microsoft.com/office/powerpoint/2010/main" val="647527529"/>
              </p:ext>
            </p:extLst>
          </p:nvPr>
        </p:nvGraphicFramePr>
        <p:xfrm>
          <a:off x="231112" y="1118254"/>
          <a:ext cx="6096000" cy="2194560"/>
        </p:xfrm>
        <a:graphic>
          <a:graphicData uri="http://schemas.openxmlformats.org/drawingml/2006/table">
            <a:tbl>
              <a:tblPr firstRow="1" bandRow="1">
                <a:tableStyleId>{5C22544A-7EE6-4342-B048-85BDC9FD1C3A}</a:tableStyleId>
              </a:tblPr>
              <a:tblGrid>
                <a:gridCol w="3650901">
                  <a:extLst>
                    <a:ext uri="{9D8B030D-6E8A-4147-A177-3AD203B41FA5}">
                      <a16:colId xmlns:a16="http://schemas.microsoft.com/office/drawing/2014/main" val="2001617808"/>
                    </a:ext>
                  </a:extLst>
                </a:gridCol>
                <a:gridCol w="2445099">
                  <a:extLst>
                    <a:ext uri="{9D8B030D-6E8A-4147-A177-3AD203B41FA5}">
                      <a16:colId xmlns:a16="http://schemas.microsoft.com/office/drawing/2014/main" val="2374966542"/>
                    </a:ext>
                  </a:extLst>
                </a:gridCol>
              </a:tblGrid>
              <a:tr h="350149">
                <a:tc>
                  <a:txBody>
                    <a:bodyPr/>
                    <a:lstStyle/>
                    <a:p>
                      <a:r>
                        <a:rPr lang="en-IN" dirty="0"/>
                        <a:t>Parameters</a:t>
                      </a:r>
                    </a:p>
                  </a:txBody>
                  <a:tcPr/>
                </a:tc>
                <a:tc>
                  <a:txBody>
                    <a:bodyPr/>
                    <a:lstStyle/>
                    <a:p>
                      <a:r>
                        <a:rPr lang="en-IN" dirty="0"/>
                        <a:t>Size</a:t>
                      </a:r>
                    </a:p>
                  </a:txBody>
                  <a:tcPr/>
                </a:tc>
                <a:extLst>
                  <a:ext uri="{0D108BD9-81ED-4DB2-BD59-A6C34878D82A}">
                    <a16:rowId xmlns:a16="http://schemas.microsoft.com/office/drawing/2014/main" val="1522632801"/>
                  </a:ext>
                </a:extLst>
              </a:tr>
              <a:tr h="350149">
                <a:tc>
                  <a:txBody>
                    <a:bodyPr/>
                    <a:lstStyle/>
                    <a:p>
                      <a:r>
                        <a:rPr lang="en-IN" dirty="0">
                          <a:latin typeface="Calibri" panose="020F0502020204030204" pitchFamily="34" charset="0"/>
                          <a:cs typeface="Calibri" panose="020F0502020204030204" pitchFamily="34" charset="0"/>
                        </a:rPr>
                        <a:t>Flash memory size </a:t>
                      </a:r>
                      <a:endParaRPr lang="en-IN" dirty="0"/>
                    </a:p>
                  </a:txBody>
                  <a:tcPr/>
                </a:tc>
                <a:tc>
                  <a:txBody>
                    <a:bodyPr/>
                    <a:lstStyle/>
                    <a:p>
                      <a:r>
                        <a:rPr lang="en-IN" dirty="0">
                          <a:latin typeface="Calibri" panose="020F0502020204030204" pitchFamily="34" charset="0"/>
                          <a:cs typeface="Calibri" panose="020F0502020204030204" pitchFamily="34" charset="0"/>
                        </a:rPr>
                        <a:t>5120 bytes</a:t>
                      </a:r>
                      <a:endParaRPr lang="en-IN" dirty="0"/>
                    </a:p>
                  </a:txBody>
                  <a:tcPr/>
                </a:tc>
                <a:extLst>
                  <a:ext uri="{0D108BD9-81ED-4DB2-BD59-A6C34878D82A}">
                    <a16:rowId xmlns:a16="http://schemas.microsoft.com/office/drawing/2014/main" val="926414482"/>
                  </a:ext>
                </a:extLst>
              </a:tr>
              <a:tr h="350149">
                <a:tc>
                  <a:txBody>
                    <a:bodyPr/>
                    <a:lstStyle/>
                    <a:p>
                      <a:r>
                        <a:rPr lang="en-IN" dirty="0">
                          <a:latin typeface="Calibri" panose="020F0502020204030204" pitchFamily="34" charset="0"/>
                          <a:cs typeface="Calibri" panose="020F0502020204030204" pitchFamily="34" charset="0"/>
                        </a:rPr>
                        <a:t>Block size (minimum erasable unit)</a:t>
                      </a:r>
                      <a:endParaRPr lang="en-IN" dirty="0"/>
                    </a:p>
                  </a:txBody>
                  <a:tcPr/>
                </a:tc>
                <a:tc>
                  <a:txBody>
                    <a:bodyPr/>
                    <a:lstStyle/>
                    <a:p>
                      <a:r>
                        <a:rPr lang="en-IN" dirty="0">
                          <a:latin typeface="Calibri" panose="020F0502020204030204" pitchFamily="34" charset="0"/>
                          <a:cs typeface="Calibri" panose="020F0502020204030204" pitchFamily="34" charset="0"/>
                        </a:rPr>
                        <a:t>256 bytes</a:t>
                      </a:r>
                      <a:endParaRPr lang="en-IN" dirty="0"/>
                    </a:p>
                  </a:txBody>
                  <a:tcPr/>
                </a:tc>
                <a:extLst>
                  <a:ext uri="{0D108BD9-81ED-4DB2-BD59-A6C34878D82A}">
                    <a16:rowId xmlns:a16="http://schemas.microsoft.com/office/drawing/2014/main" val="1192831239"/>
                  </a:ext>
                </a:extLst>
              </a:tr>
              <a:tr h="350149">
                <a:tc>
                  <a:txBody>
                    <a:bodyPr/>
                    <a:lstStyle/>
                    <a:p>
                      <a:r>
                        <a:rPr lang="en-IN" dirty="0">
                          <a:latin typeface="Calibri" panose="020F0502020204030204" pitchFamily="34" charset="0"/>
                          <a:cs typeface="Calibri" panose="020F0502020204030204" pitchFamily="34" charset="0"/>
                        </a:rPr>
                        <a:t>Block metadata size </a:t>
                      </a:r>
                      <a:endParaRPr lang="en-IN" dirty="0"/>
                    </a:p>
                  </a:txBody>
                  <a:tcPr/>
                </a:tc>
                <a:tc>
                  <a:txBody>
                    <a:bodyPr/>
                    <a:lstStyle/>
                    <a:p>
                      <a:r>
                        <a:rPr lang="en-IN" dirty="0">
                          <a:latin typeface="Calibri" panose="020F0502020204030204" pitchFamily="34" charset="0"/>
                          <a:cs typeface="Calibri" panose="020F0502020204030204" pitchFamily="34" charset="0"/>
                        </a:rPr>
                        <a:t>8 bytes</a:t>
                      </a:r>
                      <a:endParaRPr lang="en-IN" dirty="0"/>
                    </a:p>
                  </a:txBody>
                  <a:tcPr/>
                </a:tc>
                <a:extLst>
                  <a:ext uri="{0D108BD9-81ED-4DB2-BD59-A6C34878D82A}">
                    <a16:rowId xmlns:a16="http://schemas.microsoft.com/office/drawing/2014/main" val="1736949835"/>
                  </a:ext>
                </a:extLst>
              </a:tr>
              <a:tr h="350149">
                <a:tc>
                  <a:txBody>
                    <a:bodyPr/>
                    <a:lstStyle/>
                    <a:p>
                      <a:r>
                        <a:rPr lang="en-IN" dirty="0">
                          <a:latin typeface="Calibri" panose="020F0502020204030204" pitchFamily="34" charset="0"/>
                          <a:cs typeface="Calibri" panose="020F0502020204030204" pitchFamily="34" charset="0"/>
                        </a:rPr>
                        <a:t>Log Size </a:t>
                      </a:r>
                      <a:endParaRPr lang="en-IN" dirty="0"/>
                    </a:p>
                  </a:txBody>
                  <a:tcPr/>
                </a:tc>
                <a:tc>
                  <a:txBody>
                    <a:bodyPr/>
                    <a:lstStyle/>
                    <a:p>
                      <a:r>
                        <a:rPr lang="en-IN" dirty="0">
                          <a:latin typeface="Calibri" panose="020F0502020204030204" pitchFamily="34" charset="0"/>
                          <a:cs typeface="Calibri" panose="020F0502020204030204" pitchFamily="34" charset="0"/>
                        </a:rPr>
                        <a:t>20 bytes</a:t>
                      </a:r>
                      <a:endParaRPr lang="en-IN" dirty="0"/>
                    </a:p>
                  </a:txBody>
                  <a:tcPr/>
                </a:tc>
                <a:extLst>
                  <a:ext uri="{0D108BD9-81ED-4DB2-BD59-A6C34878D82A}">
                    <a16:rowId xmlns:a16="http://schemas.microsoft.com/office/drawing/2014/main" val="1794982923"/>
                  </a:ext>
                </a:extLst>
              </a:tr>
              <a:tr h="350149">
                <a:tc>
                  <a:txBody>
                    <a:bodyPr/>
                    <a:lstStyle/>
                    <a:p>
                      <a:r>
                        <a:rPr lang="en-IN" dirty="0">
                          <a:latin typeface="Calibri" panose="020F0502020204030204" pitchFamily="34" charset="0"/>
                          <a:cs typeface="Calibri" panose="020F0502020204030204" pitchFamily="34" charset="0"/>
                        </a:rPr>
                        <a:t>Log metadata size </a:t>
                      </a:r>
                      <a:endParaRPr lang="en-IN" dirty="0"/>
                    </a:p>
                  </a:txBody>
                  <a:tcPr/>
                </a:tc>
                <a:tc>
                  <a:txBody>
                    <a:bodyPr/>
                    <a:lstStyle/>
                    <a:p>
                      <a:r>
                        <a:rPr lang="en-IN" dirty="0">
                          <a:latin typeface="Calibri" panose="020F0502020204030204" pitchFamily="34" charset="0"/>
                          <a:cs typeface="Calibri" panose="020F0502020204030204" pitchFamily="34" charset="0"/>
                        </a:rPr>
                        <a:t>4 bytes</a:t>
                      </a:r>
                      <a:endParaRPr lang="en-IN" dirty="0"/>
                    </a:p>
                  </a:txBody>
                  <a:tcPr/>
                </a:tc>
                <a:extLst>
                  <a:ext uri="{0D108BD9-81ED-4DB2-BD59-A6C34878D82A}">
                    <a16:rowId xmlns:a16="http://schemas.microsoft.com/office/drawing/2014/main" val="1741772555"/>
                  </a:ext>
                </a:extLst>
              </a:tr>
            </a:tbl>
          </a:graphicData>
        </a:graphic>
      </p:graphicFrame>
      <p:graphicFrame>
        <p:nvGraphicFramePr>
          <p:cNvPr id="5" name="Table 5">
            <a:extLst>
              <a:ext uri="{FF2B5EF4-FFF2-40B4-BE49-F238E27FC236}">
                <a16:creationId xmlns:a16="http://schemas.microsoft.com/office/drawing/2014/main" id="{0E37BDCA-E480-4D1D-A822-A9F38095C76B}"/>
              </a:ext>
            </a:extLst>
          </p:cNvPr>
          <p:cNvGraphicFramePr>
            <a:graphicFrameLocks noGrp="1"/>
          </p:cNvGraphicFramePr>
          <p:nvPr>
            <p:extLst>
              <p:ext uri="{D42A27DB-BD31-4B8C-83A1-F6EECF244321}">
                <p14:modId xmlns:p14="http://schemas.microsoft.com/office/powerpoint/2010/main" val="4185325836"/>
              </p:ext>
            </p:extLst>
          </p:nvPr>
        </p:nvGraphicFramePr>
        <p:xfrm>
          <a:off x="145701" y="3638852"/>
          <a:ext cx="8998299" cy="2560320"/>
        </p:xfrm>
        <a:graphic>
          <a:graphicData uri="http://schemas.openxmlformats.org/drawingml/2006/table">
            <a:tbl>
              <a:tblPr firstRow="1" bandRow="1">
                <a:tableStyleId>{5C22544A-7EE6-4342-B048-85BDC9FD1C3A}</a:tableStyleId>
              </a:tblPr>
              <a:tblGrid>
                <a:gridCol w="4024365">
                  <a:extLst>
                    <a:ext uri="{9D8B030D-6E8A-4147-A177-3AD203B41FA5}">
                      <a16:colId xmlns:a16="http://schemas.microsoft.com/office/drawing/2014/main" val="1170802081"/>
                    </a:ext>
                  </a:extLst>
                </a:gridCol>
                <a:gridCol w="3717975">
                  <a:extLst>
                    <a:ext uri="{9D8B030D-6E8A-4147-A177-3AD203B41FA5}">
                      <a16:colId xmlns:a16="http://schemas.microsoft.com/office/drawing/2014/main" val="273976481"/>
                    </a:ext>
                  </a:extLst>
                </a:gridCol>
                <a:gridCol w="1255959">
                  <a:extLst>
                    <a:ext uri="{9D8B030D-6E8A-4147-A177-3AD203B41FA5}">
                      <a16:colId xmlns:a16="http://schemas.microsoft.com/office/drawing/2014/main" val="3051290076"/>
                    </a:ext>
                  </a:extLst>
                </a:gridCol>
              </a:tblGrid>
              <a:tr h="3098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Parameters</a:t>
                      </a:r>
                    </a:p>
                  </a:txBody>
                  <a:tcPr/>
                </a:tc>
                <a:tc>
                  <a:txBody>
                    <a:bodyPr/>
                    <a:lstStyle/>
                    <a:p>
                      <a:r>
                        <a:rPr lang="en-IN" dirty="0">
                          <a:latin typeface="Calibri" panose="020F0502020204030204" pitchFamily="34" charset="0"/>
                          <a:cs typeface="Calibri" panose="020F0502020204030204" pitchFamily="34" charset="0"/>
                        </a:rPr>
                        <a:t>Calculation formula</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Size</a:t>
                      </a:r>
                    </a:p>
                  </a:txBody>
                  <a:tcPr/>
                </a:tc>
                <a:extLst>
                  <a:ext uri="{0D108BD9-81ED-4DB2-BD59-A6C34878D82A}">
                    <a16:rowId xmlns:a16="http://schemas.microsoft.com/office/drawing/2014/main" val="662484119"/>
                  </a:ext>
                </a:extLst>
              </a:tr>
              <a:tr h="314123">
                <a:tc>
                  <a:txBody>
                    <a:bodyPr/>
                    <a:lstStyle/>
                    <a:p>
                      <a:r>
                        <a:rPr lang="en-IN" dirty="0">
                          <a:latin typeface="Calibri" panose="020F0502020204030204" pitchFamily="34" charset="0"/>
                          <a:cs typeface="Calibri" panose="020F0502020204030204" pitchFamily="34" charset="0"/>
                        </a:rPr>
                        <a:t>Number of blocks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Calibri" panose="020F0502020204030204" pitchFamily="34" charset="0"/>
                          <a:cs typeface="Calibri" panose="020F0502020204030204" pitchFamily="34" charset="0"/>
                        </a:rPr>
                        <a:t>Flash memory size </a:t>
                      </a:r>
                      <a:r>
                        <a:rPr lang="en-IN" dirty="0"/>
                        <a:t>/</a:t>
                      </a:r>
                      <a:r>
                        <a:rPr lang="en-IN" dirty="0">
                          <a:latin typeface="Calibri" panose="020F0502020204030204" pitchFamily="34" charset="0"/>
                          <a:cs typeface="Calibri" panose="020F0502020204030204" pitchFamily="34" charset="0"/>
                        </a:rPr>
                        <a:t>Block size </a:t>
                      </a:r>
                      <a:endParaRPr lang="en-IN" dirty="0"/>
                    </a:p>
                  </a:txBody>
                  <a:tcPr/>
                </a:tc>
                <a:tc>
                  <a:txBody>
                    <a:bodyPr/>
                    <a:lstStyle/>
                    <a:p>
                      <a:r>
                        <a:rPr lang="en-IN" dirty="0">
                          <a:latin typeface="Calibri" panose="020F0502020204030204" pitchFamily="34" charset="0"/>
                          <a:cs typeface="Calibri" panose="020F0502020204030204" pitchFamily="34" charset="0"/>
                        </a:rPr>
                        <a:t>20 blocks</a:t>
                      </a:r>
                      <a:endParaRPr lang="en-IN" dirty="0"/>
                    </a:p>
                  </a:txBody>
                  <a:tcPr/>
                </a:tc>
                <a:extLst>
                  <a:ext uri="{0D108BD9-81ED-4DB2-BD59-A6C34878D82A}">
                    <a16:rowId xmlns:a16="http://schemas.microsoft.com/office/drawing/2014/main" val="4047371908"/>
                  </a:ext>
                </a:extLst>
              </a:tr>
              <a:tr h="314123">
                <a:tc>
                  <a:txBody>
                    <a:bodyPr/>
                    <a:lstStyle/>
                    <a:p>
                      <a:r>
                        <a:rPr lang="en-IN" dirty="0">
                          <a:latin typeface="Calibri" panose="020F0502020204030204" pitchFamily="34" charset="0"/>
                          <a:cs typeface="Calibri" panose="020F0502020204030204" pitchFamily="34" charset="0"/>
                        </a:rPr>
                        <a:t>Actual size per entry</a:t>
                      </a:r>
                      <a:endParaRPr lang="en-IN" dirty="0"/>
                    </a:p>
                  </a:txBody>
                  <a:tcPr/>
                </a:tc>
                <a:tc>
                  <a:txBody>
                    <a:bodyPr/>
                    <a:lstStyle/>
                    <a:p>
                      <a:r>
                        <a:rPr lang="en-IN" dirty="0">
                          <a:latin typeface="Calibri" panose="020F0502020204030204" pitchFamily="34" charset="0"/>
                          <a:cs typeface="Calibri" panose="020F0502020204030204" pitchFamily="34" charset="0"/>
                        </a:rPr>
                        <a:t>Log Size + Log metadata size </a:t>
                      </a:r>
                      <a:endParaRPr lang="en-IN" dirty="0"/>
                    </a:p>
                  </a:txBody>
                  <a:tcPr/>
                </a:tc>
                <a:tc>
                  <a:txBody>
                    <a:bodyPr/>
                    <a:lstStyle/>
                    <a:p>
                      <a:r>
                        <a:rPr lang="en-IN" dirty="0">
                          <a:latin typeface="Calibri" panose="020F0502020204030204" pitchFamily="34" charset="0"/>
                          <a:cs typeface="Calibri" panose="020F0502020204030204" pitchFamily="34" charset="0"/>
                        </a:rPr>
                        <a:t>24 bytes</a:t>
                      </a:r>
                      <a:endParaRPr lang="en-IN" dirty="0"/>
                    </a:p>
                  </a:txBody>
                  <a:tcPr/>
                </a:tc>
                <a:extLst>
                  <a:ext uri="{0D108BD9-81ED-4DB2-BD59-A6C34878D82A}">
                    <a16:rowId xmlns:a16="http://schemas.microsoft.com/office/drawing/2014/main" val="2817802792"/>
                  </a:ext>
                </a:extLst>
              </a:tr>
              <a:tr h="314123">
                <a:tc>
                  <a:txBody>
                    <a:bodyPr/>
                    <a:lstStyle/>
                    <a:p>
                      <a:r>
                        <a:rPr lang="en-IN" dirty="0">
                          <a:latin typeface="Calibri" panose="020F0502020204030204" pitchFamily="34" charset="0"/>
                          <a:cs typeface="Calibri" panose="020F0502020204030204" pitchFamily="34" charset="0"/>
                        </a:rPr>
                        <a:t>Available block size (usable by blocks) </a:t>
                      </a:r>
                      <a:endParaRPr lang="en-IN" dirty="0"/>
                    </a:p>
                  </a:txBody>
                  <a:tcPr/>
                </a:tc>
                <a:tc>
                  <a:txBody>
                    <a:bodyPr/>
                    <a:lstStyle/>
                    <a:p>
                      <a:r>
                        <a:rPr lang="en-IN" dirty="0">
                          <a:latin typeface="Calibri" panose="020F0502020204030204" pitchFamily="34" charset="0"/>
                          <a:cs typeface="Calibri" panose="020F0502020204030204" pitchFamily="34" charset="0"/>
                        </a:rPr>
                        <a:t>Block size - Block metadata size</a:t>
                      </a:r>
                      <a:endParaRPr lang="en-IN" dirty="0"/>
                    </a:p>
                  </a:txBody>
                  <a:tcPr/>
                </a:tc>
                <a:tc>
                  <a:txBody>
                    <a:bodyPr/>
                    <a:lstStyle/>
                    <a:p>
                      <a:r>
                        <a:rPr lang="en-IN" dirty="0">
                          <a:latin typeface="Calibri" panose="020F0502020204030204" pitchFamily="34" charset="0"/>
                          <a:cs typeface="Calibri" panose="020F0502020204030204" pitchFamily="34" charset="0"/>
                        </a:rPr>
                        <a:t>248 bytes</a:t>
                      </a:r>
                      <a:endParaRPr lang="en-IN" dirty="0"/>
                    </a:p>
                  </a:txBody>
                  <a:tcPr/>
                </a:tc>
                <a:extLst>
                  <a:ext uri="{0D108BD9-81ED-4DB2-BD59-A6C34878D82A}">
                    <a16:rowId xmlns:a16="http://schemas.microsoft.com/office/drawing/2014/main" val="4195083175"/>
                  </a:ext>
                </a:extLst>
              </a:tr>
              <a:tr h="314123">
                <a:tc>
                  <a:txBody>
                    <a:bodyPr/>
                    <a:lstStyle/>
                    <a:p>
                      <a:r>
                        <a:rPr lang="en-IN" dirty="0">
                          <a:latin typeface="Calibri" panose="020F0502020204030204" pitchFamily="34" charset="0"/>
                          <a:cs typeface="Calibri" panose="020F0502020204030204" pitchFamily="34" charset="0"/>
                        </a:rPr>
                        <a:t>Logs per block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Calibri" panose="020F0502020204030204" pitchFamily="34" charset="0"/>
                          <a:cs typeface="Calibri" panose="020F0502020204030204" pitchFamily="34" charset="0"/>
                        </a:rPr>
                        <a:t>Block size //  Actual size per entry</a:t>
                      </a:r>
                      <a:endParaRPr lang="en-IN" dirty="0"/>
                    </a:p>
                  </a:txBody>
                  <a:tcPr/>
                </a:tc>
                <a:tc>
                  <a:txBody>
                    <a:bodyPr/>
                    <a:lstStyle/>
                    <a:p>
                      <a:r>
                        <a:rPr lang="en-IN" dirty="0">
                          <a:latin typeface="Calibri" panose="020F0502020204030204" pitchFamily="34" charset="0"/>
                          <a:cs typeface="Calibri" panose="020F0502020204030204" pitchFamily="34" charset="0"/>
                        </a:rPr>
                        <a:t>10 logs</a:t>
                      </a:r>
                      <a:endParaRPr lang="en-IN" dirty="0"/>
                    </a:p>
                  </a:txBody>
                  <a:tcPr/>
                </a:tc>
                <a:extLst>
                  <a:ext uri="{0D108BD9-81ED-4DB2-BD59-A6C34878D82A}">
                    <a16:rowId xmlns:a16="http://schemas.microsoft.com/office/drawing/2014/main" val="3373804230"/>
                  </a:ext>
                </a:extLst>
              </a:tr>
              <a:tr h="314123">
                <a:tc>
                  <a:txBody>
                    <a:bodyPr/>
                    <a:lstStyle/>
                    <a:p>
                      <a:r>
                        <a:rPr lang="en-IN" dirty="0">
                          <a:latin typeface="Calibri" panose="020F0502020204030204" pitchFamily="34" charset="0"/>
                          <a:cs typeface="Calibri" panose="020F0502020204030204" pitchFamily="34" charset="0"/>
                        </a:rPr>
                        <a:t>Max total logs </a:t>
                      </a:r>
                      <a:endParaRPr lang="en-IN" dirty="0"/>
                    </a:p>
                  </a:txBody>
                  <a:tcPr/>
                </a:tc>
                <a:tc>
                  <a:txBody>
                    <a:bodyPr/>
                    <a:lstStyle/>
                    <a:p>
                      <a:r>
                        <a:rPr lang="en-IN" dirty="0">
                          <a:latin typeface="Calibri" panose="020F0502020204030204" pitchFamily="34" charset="0"/>
                          <a:cs typeface="Calibri" panose="020F0502020204030204" pitchFamily="34" charset="0"/>
                        </a:rPr>
                        <a:t>Logs per block * Number of blocks </a:t>
                      </a:r>
                      <a:endParaRPr lang="en-IN" dirty="0"/>
                    </a:p>
                  </a:txBody>
                  <a:tcPr/>
                </a:tc>
                <a:tc>
                  <a:txBody>
                    <a:bodyPr/>
                    <a:lstStyle/>
                    <a:p>
                      <a:r>
                        <a:rPr lang="en-IN" dirty="0">
                          <a:latin typeface="Calibri" panose="020F0502020204030204" pitchFamily="34" charset="0"/>
                          <a:cs typeface="Calibri" panose="020F0502020204030204" pitchFamily="34" charset="0"/>
                        </a:rPr>
                        <a:t>200 logs</a:t>
                      </a:r>
                      <a:endParaRPr lang="en-IN" dirty="0"/>
                    </a:p>
                  </a:txBody>
                  <a:tcPr/>
                </a:tc>
                <a:extLst>
                  <a:ext uri="{0D108BD9-81ED-4DB2-BD59-A6C34878D82A}">
                    <a16:rowId xmlns:a16="http://schemas.microsoft.com/office/drawing/2014/main" val="3716706484"/>
                  </a:ext>
                </a:extLst>
              </a:tr>
              <a:tr h="314123">
                <a:tc>
                  <a:txBody>
                    <a:bodyPr/>
                    <a:lstStyle/>
                    <a:p>
                      <a:r>
                        <a:rPr lang="en-IN" dirty="0">
                          <a:latin typeface="Calibri" panose="020F0502020204030204" pitchFamily="34" charset="0"/>
                          <a:cs typeface="Calibri" panose="020F0502020204030204" pitchFamily="34" charset="0"/>
                        </a:rPr>
                        <a:t>Min total logs (once flash has been filled) </a:t>
                      </a:r>
                      <a:endParaRPr lang="en-IN" dirty="0"/>
                    </a:p>
                  </a:txBody>
                  <a:tcPr/>
                </a:tc>
                <a:tc>
                  <a:txBody>
                    <a:bodyPr/>
                    <a:lstStyle/>
                    <a:p>
                      <a:r>
                        <a:rPr lang="en-IN" dirty="0">
                          <a:latin typeface="Calibri" panose="020F0502020204030204" pitchFamily="34" charset="0"/>
                          <a:cs typeface="Calibri" panose="020F0502020204030204" pitchFamily="34" charset="0"/>
                        </a:rPr>
                        <a:t>Max total logs - Logs per block</a:t>
                      </a:r>
                      <a:endParaRPr lang="en-IN" dirty="0"/>
                    </a:p>
                  </a:txBody>
                  <a:tcPr/>
                </a:tc>
                <a:tc>
                  <a:txBody>
                    <a:bodyPr/>
                    <a:lstStyle/>
                    <a:p>
                      <a:r>
                        <a:rPr lang="en-IN" dirty="0">
                          <a:latin typeface="Calibri" panose="020F0502020204030204" pitchFamily="34" charset="0"/>
                          <a:cs typeface="Calibri" panose="020F0502020204030204" pitchFamily="34" charset="0"/>
                        </a:rPr>
                        <a:t>190 logs</a:t>
                      </a:r>
                      <a:endParaRPr lang="en-IN" dirty="0"/>
                    </a:p>
                  </a:txBody>
                  <a:tcPr/>
                </a:tc>
                <a:extLst>
                  <a:ext uri="{0D108BD9-81ED-4DB2-BD59-A6C34878D82A}">
                    <a16:rowId xmlns:a16="http://schemas.microsoft.com/office/drawing/2014/main" val="1283056029"/>
                  </a:ext>
                </a:extLst>
              </a:tr>
            </a:tbl>
          </a:graphicData>
        </a:graphic>
      </p:graphicFrame>
    </p:spTree>
    <p:extLst>
      <p:ext uri="{BB962C8B-B14F-4D97-AF65-F5344CB8AC3E}">
        <p14:creationId xmlns:p14="http://schemas.microsoft.com/office/powerpoint/2010/main" val="3726913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1C55D-8F73-4E7F-A79C-C9FD5301222C}"/>
              </a:ext>
            </a:extLst>
          </p:cNvPr>
          <p:cNvSpPr>
            <a:spLocks noGrp="1"/>
          </p:cNvSpPr>
          <p:nvPr>
            <p:ph type="title"/>
          </p:nvPr>
        </p:nvSpPr>
        <p:spPr/>
        <p:txBody>
          <a:bodyPr/>
          <a:lstStyle/>
          <a:p>
            <a:pPr algn="ctr"/>
            <a:r>
              <a:rPr lang="en-US" sz="2000" b="1" dirty="0"/>
              <a:t>DESIGN</a:t>
            </a:r>
            <a:endParaRPr lang="en-IN" sz="2000" b="1" dirty="0"/>
          </a:p>
        </p:txBody>
      </p:sp>
      <p:sp>
        <p:nvSpPr>
          <p:cNvPr id="5" name="TextBox 4">
            <a:extLst>
              <a:ext uri="{FF2B5EF4-FFF2-40B4-BE49-F238E27FC236}">
                <a16:creationId xmlns:a16="http://schemas.microsoft.com/office/drawing/2014/main" id="{DE512C72-961A-456F-B011-FFB4E007E528}"/>
              </a:ext>
            </a:extLst>
          </p:cNvPr>
          <p:cNvSpPr txBox="1"/>
          <p:nvPr/>
        </p:nvSpPr>
        <p:spPr>
          <a:xfrm>
            <a:off x="1175657" y="1487880"/>
            <a:ext cx="6682153" cy="3416320"/>
          </a:xfrm>
          <a:prstGeom prst="rect">
            <a:avLst/>
          </a:prstGeom>
          <a:noFill/>
        </p:spPr>
        <p:txBody>
          <a:bodyPr wrap="square" rtlCol="0">
            <a:spAutoFit/>
          </a:bodyPr>
          <a:lstStyle/>
          <a:p>
            <a:pPr marL="285750" indent="-285750">
              <a:buFont typeface="Arial" panose="020B0604020202020204" pitchFamily="34" charset="0"/>
              <a:buChar char="•"/>
            </a:pPr>
            <a:r>
              <a:rPr lang="en-IN" b="0" i="0" dirty="0">
                <a:solidFill>
                  <a:srgbClr val="000000"/>
                </a:solidFill>
                <a:effectLst/>
                <a:latin typeface="Calibri" panose="020F0502020204030204" pitchFamily="34" charset="0"/>
                <a:cs typeface="Calibri" panose="020F0502020204030204" pitchFamily="34" charset="0"/>
              </a:rPr>
              <a:t>The module is designed to model a state machine implementation.</a:t>
            </a:r>
          </a:p>
          <a:p>
            <a:pPr marL="285750" indent="-285750">
              <a:buFont typeface="Arial" panose="020B0604020202020204" pitchFamily="34" charset="0"/>
              <a:buChar char="•"/>
            </a:pPr>
            <a:endParaRPr lang="en-IN" b="0" i="0" dirty="0">
              <a:solidFill>
                <a:srgbClr val="000000"/>
              </a:solidFill>
              <a:effectLst/>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0" i="0" dirty="0">
                <a:solidFill>
                  <a:srgbClr val="000000"/>
                </a:solidFill>
                <a:effectLst/>
                <a:latin typeface="Calibri" panose="020F0502020204030204" pitchFamily="34" charset="0"/>
                <a:cs typeface="Calibri" panose="020F0502020204030204" pitchFamily="34" charset="0"/>
              </a:rPr>
              <a:t>There is one super state machine, the update function called in the super loop runs through one iteration of this state machine.</a:t>
            </a:r>
          </a:p>
          <a:p>
            <a:pPr marL="285750" indent="-285750">
              <a:buFont typeface="Arial" panose="020B0604020202020204" pitchFamily="34" charset="0"/>
              <a:buChar char="•"/>
            </a:pPr>
            <a:endParaRPr lang="en-IN" dirty="0">
              <a:solidFill>
                <a:srgbClr val="000000"/>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0" i="0" dirty="0">
                <a:solidFill>
                  <a:srgbClr val="000000"/>
                </a:solidFill>
                <a:effectLst/>
                <a:latin typeface="Calibri" panose="020F0502020204030204" pitchFamily="34" charset="0"/>
                <a:cs typeface="Calibri" panose="020F0502020204030204" pitchFamily="34" charset="0"/>
              </a:rPr>
              <a:t>Within this super SM other state machines are present.</a:t>
            </a:r>
          </a:p>
          <a:p>
            <a:pPr marL="285750" indent="-285750">
              <a:buFont typeface="Arial" panose="020B0604020202020204" pitchFamily="34" charset="0"/>
              <a:buChar char="•"/>
            </a:pPr>
            <a:endParaRPr lang="en-IN" dirty="0">
              <a:solidFill>
                <a:srgbClr val="000000"/>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The state machines in this implementation are:</a:t>
            </a:r>
          </a:p>
          <a:p>
            <a:pPr marL="342900" indent="-342900">
              <a:buFont typeface="+mj-lt"/>
              <a:buAutoNum type="arabicPeriod"/>
            </a:pPr>
            <a:r>
              <a:rPr lang="en-IN" dirty="0">
                <a:latin typeface="Calibri" panose="020F0502020204030204" pitchFamily="34" charset="0"/>
                <a:cs typeface="Calibri" panose="020F0502020204030204" pitchFamily="34" charset="0"/>
              </a:rPr>
              <a:t>Super State Machine.</a:t>
            </a:r>
          </a:p>
          <a:p>
            <a:pPr marL="342900" indent="-342900">
              <a:buFont typeface="+mj-lt"/>
              <a:buAutoNum type="arabicPeriod"/>
            </a:pPr>
            <a:r>
              <a:rPr lang="en-IN" dirty="0">
                <a:latin typeface="Calibri" panose="020F0502020204030204" pitchFamily="34" charset="0"/>
                <a:cs typeface="Calibri" panose="020F0502020204030204" pitchFamily="34" charset="0"/>
              </a:rPr>
              <a:t>Initialize Write State Machine.</a:t>
            </a:r>
          </a:p>
          <a:p>
            <a:pPr marL="342900" indent="-342900">
              <a:buFont typeface="+mj-lt"/>
              <a:buAutoNum type="arabicPeriod"/>
            </a:pPr>
            <a:r>
              <a:rPr lang="en-IN" dirty="0">
                <a:latin typeface="Calibri" panose="020F0502020204030204" pitchFamily="34" charset="0"/>
                <a:cs typeface="Calibri" panose="020F0502020204030204" pitchFamily="34" charset="0"/>
              </a:rPr>
              <a:t>Write Block Header State Machine.</a:t>
            </a:r>
          </a:p>
          <a:p>
            <a:pPr marL="342900" indent="-342900">
              <a:buFont typeface="+mj-lt"/>
              <a:buAutoNum type="arabicPeriod"/>
            </a:pPr>
            <a:r>
              <a:rPr lang="en-IN" dirty="0">
                <a:latin typeface="Calibri" panose="020F0502020204030204" pitchFamily="34" charset="0"/>
                <a:cs typeface="Calibri" panose="020F0502020204030204" pitchFamily="34" charset="0"/>
              </a:rPr>
              <a:t>Read Flash, Erase Flash and Write Flash State Machines.</a:t>
            </a:r>
          </a:p>
        </p:txBody>
      </p:sp>
    </p:spTree>
    <p:extLst>
      <p:ext uri="{BB962C8B-B14F-4D97-AF65-F5344CB8AC3E}">
        <p14:creationId xmlns:p14="http://schemas.microsoft.com/office/powerpoint/2010/main" val="4153206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8F7E3A-C515-4F93-8EF1-9E06EC22EC62}"/>
              </a:ext>
            </a:extLst>
          </p:cNvPr>
          <p:cNvSpPr txBox="1"/>
          <p:nvPr/>
        </p:nvSpPr>
        <p:spPr>
          <a:xfrm>
            <a:off x="1080198" y="1640280"/>
            <a:ext cx="7124281" cy="535531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Super SM states</a:t>
            </a:r>
          </a:p>
          <a:p>
            <a:pPr marL="342900" indent="-342900" algn="l" rtl="0" fontAlgn="base">
              <a:buFont typeface="+mj-lt"/>
              <a:buAutoNum type="arabicPeriod"/>
            </a:pPr>
            <a:r>
              <a:rPr lang="en-US" b="0" i="0" dirty="0">
                <a:solidFill>
                  <a:srgbClr val="000000"/>
                </a:solidFill>
                <a:effectLst/>
                <a:latin typeface="Calibri" panose="020F0502020204030204" pitchFamily="34" charset="0"/>
                <a:cs typeface="Calibri" panose="020F0502020204030204" pitchFamily="34" charset="0"/>
              </a:rPr>
              <a:t>INITIALIZE </a:t>
            </a:r>
          </a:p>
          <a:p>
            <a:pPr marL="342900" indent="-342900" algn="l" rtl="0" fontAlgn="base">
              <a:buFont typeface="+mj-lt"/>
              <a:buAutoNum type="arabicPeriod"/>
            </a:pPr>
            <a:r>
              <a:rPr lang="en-US" b="0" i="0" dirty="0">
                <a:solidFill>
                  <a:srgbClr val="000000"/>
                </a:solidFill>
                <a:effectLst/>
                <a:latin typeface="Calibri" panose="020F0502020204030204" pitchFamily="34" charset="0"/>
                <a:cs typeface="Calibri" panose="020F0502020204030204" pitchFamily="34" charset="0"/>
              </a:rPr>
              <a:t>WAIT_FOR_REQUEST </a:t>
            </a:r>
          </a:p>
          <a:p>
            <a:pPr marL="342900" indent="-342900" algn="l" rtl="0" fontAlgn="base">
              <a:buFont typeface="+mj-lt"/>
              <a:buAutoNum type="arabicPeriod"/>
            </a:pPr>
            <a:r>
              <a:rPr lang="en-US" b="0" i="0" dirty="0">
                <a:solidFill>
                  <a:srgbClr val="000000"/>
                </a:solidFill>
                <a:effectLst/>
                <a:latin typeface="Calibri" panose="020F0502020204030204" pitchFamily="34" charset="0"/>
                <a:cs typeface="Calibri" panose="020F0502020204030204" pitchFamily="34" charset="0"/>
              </a:rPr>
              <a:t>READ_LOG </a:t>
            </a:r>
          </a:p>
          <a:p>
            <a:pPr marL="342900" indent="-342900" algn="l" rtl="0" fontAlgn="base">
              <a:buFont typeface="+mj-lt"/>
              <a:buAutoNum type="arabicPeriod"/>
            </a:pPr>
            <a:r>
              <a:rPr lang="en-US" b="0" i="0" dirty="0">
                <a:solidFill>
                  <a:srgbClr val="000000"/>
                </a:solidFill>
                <a:effectLst/>
                <a:latin typeface="Calibri" panose="020F0502020204030204" pitchFamily="34" charset="0"/>
                <a:cs typeface="Calibri" panose="020F0502020204030204" pitchFamily="34" charset="0"/>
              </a:rPr>
              <a:t>WRITE_LOG</a:t>
            </a: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i="0" dirty="0">
                <a:solidFill>
                  <a:srgbClr val="000000"/>
                </a:solidFill>
                <a:effectLst/>
                <a:latin typeface="Calibri" panose="020F0502020204030204" pitchFamily="34" charset="0"/>
                <a:cs typeface="Calibri" panose="020F0502020204030204" pitchFamily="34" charset="0"/>
              </a:rPr>
              <a:t>Initialize Write SM States </a:t>
            </a:r>
          </a:p>
          <a:p>
            <a:pPr marL="342900" indent="-342900" algn="l" rtl="0" fontAlgn="base">
              <a:buFont typeface="+mj-lt"/>
              <a:buAutoNum type="arabicPeriod"/>
            </a:pPr>
            <a:r>
              <a:rPr lang="en-US" b="0" i="0" dirty="0">
                <a:solidFill>
                  <a:srgbClr val="000000"/>
                </a:solidFill>
                <a:effectLst/>
                <a:latin typeface="Calibri" panose="020F0502020204030204" pitchFamily="34" charset="0"/>
                <a:cs typeface="Calibri" panose="020F0502020204030204" pitchFamily="34" charset="0"/>
              </a:rPr>
              <a:t>FIND_MIN_MAX_BRN </a:t>
            </a:r>
          </a:p>
          <a:p>
            <a:pPr marL="342900" indent="-342900" algn="l" rtl="0" fontAlgn="base">
              <a:buFont typeface="+mj-lt"/>
              <a:buAutoNum type="arabicPeriod"/>
            </a:pPr>
            <a:r>
              <a:rPr lang="en-US" b="0" i="0" dirty="0">
                <a:solidFill>
                  <a:srgbClr val="000000"/>
                </a:solidFill>
                <a:effectLst/>
                <a:latin typeface="Calibri" panose="020F0502020204030204" pitchFamily="34" charset="0"/>
                <a:cs typeface="Calibri" panose="020F0502020204030204" pitchFamily="34" charset="0"/>
              </a:rPr>
              <a:t>NEW_FLASH_INIT </a:t>
            </a:r>
          </a:p>
          <a:p>
            <a:pPr marL="342900" indent="-342900" algn="l" rtl="0" fontAlgn="base">
              <a:buFont typeface="+mj-lt"/>
              <a:buAutoNum type="arabicPeriod"/>
            </a:pPr>
            <a:r>
              <a:rPr lang="en-US" b="0" i="0" dirty="0">
                <a:solidFill>
                  <a:srgbClr val="000000"/>
                </a:solidFill>
                <a:effectLst/>
                <a:latin typeface="Calibri" panose="020F0502020204030204" pitchFamily="34" charset="0"/>
                <a:cs typeface="Calibri" panose="020F0502020204030204" pitchFamily="34" charset="0"/>
              </a:rPr>
              <a:t>INTIATE_WRITE </a:t>
            </a:r>
          </a:p>
          <a:p>
            <a:pPr marL="342900" indent="-342900" algn="l" rtl="0" fontAlgn="base">
              <a:buFont typeface="+mj-lt"/>
              <a:buAutoNum type="arabicPeriod"/>
            </a:pPr>
            <a:r>
              <a:rPr lang="en-US" b="0" i="0" dirty="0">
                <a:solidFill>
                  <a:srgbClr val="000000"/>
                </a:solidFill>
                <a:effectLst/>
                <a:latin typeface="Calibri" panose="020F0502020204030204" pitchFamily="34" charset="0"/>
                <a:cs typeface="Calibri" panose="020F0502020204030204" pitchFamily="34" charset="0"/>
              </a:rPr>
              <a:t>WRITE_TO_FLASH </a:t>
            </a:r>
          </a:p>
          <a:p>
            <a:pPr marL="342900" indent="-342900" algn="l" rtl="0" fontAlgn="base">
              <a:buFont typeface="+mj-lt"/>
              <a:buAutoNum type="arabicPeriod"/>
            </a:pPr>
            <a:r>
              <a:rPr lang="en-US" b="0" i="0" dirty="0">
                <a:solidFill>
                  <a:srgbClr val="000000"/>
                </a:solidFill>
                <a:effectLst/>
                <a:latin typeface="Calibri" panose="020F0502020204030204" pitchFamily="34" charset="0"/>
                <a:cs typeface="Calibri" panose="020F0502020204030204" pitchFamily="34" charset="0"/>
              </a:rPr>
              <a:t>UPDATE_WP </a:t>
            </a:r>
          </a:p>
          <a:p>
            <a:pPr marL="342900" indent="-342900" algn="l" rtl="0" fontAlgn="base">
              <a:buFont typeface="+mj-lt"/>
              <a:buAutoNum type="arabicPeriod"/>
            </a:pPr>
            <a:r>
              <a:rPr lang="en-US" b="0" i="0" dirty="0">
                <a:solidFill>
                  <a:srgbClr val="000000"/>
                </a:solidFill>
                <a:effectLst/>
                <a:latin typeface="Calibri" panose="020F0502020204030204" pitchFamily="34" charset="0"/>
                <a:cs typeface="Calibri" panose="020F0502020204030204" pitchFamily="34" charset="0"/>
              </a:rPr>
              <a:t>WRITE_BLK_EXHAUSTED</a:t>
            </a:r>
            <a:r>
              <a:rPr lang="en-US" b="0" i="0" dirty="0">
                <a:solidFill>
                  <a:srgbClr val="000000"/>
                </a:solidFill>
                <a:effectLst/>
                <a:latin typeface="Calibri" panose="020F0502020204030204" pitchFamily="34" charset="0"/>
              </a:rPr>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7110E769-DF3C-4421-86B1-EE55F7F6B3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2090" y="731674"/>
            <a:ext cx="3684057" cy="2557528"/>
          </a:xfrm>
          <a:prstGeom prst="rect">
            <a:avLst/>
          </a:prstGeom>
        </p:spPr>
      </p:pic>
      <p:sp>
        <p:nvSpPr>
          <p:cNvPr id="8" name="Title 1">
            <a:extLst>
              <a:ext uri="{FF2B5EF4-FFF2-40B4-BE49-F238E27FC236}">
                <a16:creationId xmlns:a16="http://schemas.microsoft.com/office/drawing/2014/main" id="{AB7E3503-F595-4D5B-95DE-932C98037BE9}"/>
              </a:ext>
            </a:extLst>
          </p:cNvPr>
          <p:cNvSpPr txBox="1">
            <a:spLocks/>
          </p:cNvSpPr>
          <p:nvPr/>
        </p:nvSpPr>
        <p:spPr>
          <a:xfrm>
            <a:off x="609600" y="497280"/>
            <a:ext cx="8227800" cy="1143000"/>
          </a:xfrm>
          <a:prstGeom prst="rect">
            <a:avLst/>
          </a:prstGeom>
        </p:spPr>
        <p:txBody>
          <a:bodyPr wrap="none"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b="1"/>
              <a:t>STATE MACHINES</a:t>
            </a:r>
            <a:endParaRPr lang="en-IN" sz="2000" b="1" dirty="0"/>
          </a:p>
        </p:txBody>
      </p:sp>
      <p:pic>
        <p:nvPicPr>
          <p:cNvPr id="2" name="Picture 2" descr="Diagram&#10;&#10;Description automatically generated">
            <a:extLst>
              <a:ext uri="{FF2B5EF4-FFF2-40B4-BE49-F238E27FC236}">
                <a16:creationId xmlns:a16="http://schemas.microsoft.com/office/drawing/2014/main" id="{2BDBDF22-F169-4A77-AEDE-680CA8994E14}"/>
              </a:ext>
            </a:extLst>
          </p:cNvPr>
          <p:cNvPicPr>
            <a:picLocks noChangeAspect="1"/>
          </p:cNvPicPr>
          <p:nvPr/>
        </p:nvPicPr>
        <p:blipFill>
          <a:blip r:embed="rId3"/>
          <a:stretch>
            <a:fillRect/>
          </a:stretch>
        </p:blipFill>
        <p:spPr>
          <a:xfrm>
            <a:off x="4064237" y="3427503"/>
            <a:ext cx="5124007" cy="3216033"/>
          </a:xfrm>
          <a:prstGeom prst="rect">
            <a:avLst/>
          </a:prstGeom>
        </p:spPr>
      </p:pic>
    </p:spTree>
    <p:extLst>
      <p:ext uri="{BB962C8B-B14F-4D97-AF65-F5344CB8AC3E}">
        <p14:creationId xmlns:p14="http://schemas.microsoft.com/office/powerpoint/2010/main" val="2378369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9A1EA-FAEF-42BE-A7E9-5AA7812ADA80}"/>
              </a:ext>
            </a:extLst>
          </p:cNvPr>
          <p:cNvSpPr>
            <a:spLocks noGrp="1"/>
          </p:cNvSpPr>
          <p:nvPr>
            <p:ph type="title"/>
          </p:nvPr>
        </p:nvSpPr>
        <p:spPr/>
        <p:txBody>
          <a:bodyPr/>
          <a:lstStyle/>
          <a:p>
            <a:pPr algn="ctr"/>
            <a:r>
              <a:rPr lang="en-US" sz="2000" b="1" dirty="0"/>
              <a:t>STATE MACHINES</a:t>
            </a:r>
            <a:endParaRPr lang="en-IN" sz="2000" dirty="0"/>
          </a:p>
        </p:txBody>
      </p:sp>
      <p:pic>
        <p:nvPicPr>
          <p:cNvPr id="7" name="Picture 6">
            <a:extLst>
              <a:ext uri="{FF2B5EF4-FFF2-40B4-BE49-F238E27FC236}">
                <a16:creationId xmlns:a16="http://schemas.microsoft.com/office/drawing/2014/main" id="{D079E2F5-7108-483F-83CC-846AA5BED1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6382" y="1228980"/>
            <a:ext cx="2172003" cy="2124371"/>
          </a:xfrm>
          <a:prstGeom prst="rect">
            <a:avLst/>
          </a:prstGeom>
        </p:spPr>
      </p:pic>
      <p:pic>
        <p:nvPicPr>
          <p:cNvPr id="9" name="Picture 8">
            <a:extLst>
              <a:ext uri="{FF2B5EF4-FFF2-40B4-BE49-F238E27FC236}">
                <a16:creationId xmlns:a16="http://schemas.microsoft.com/office/drawing/2014/main" id="{E7BB1978-AA72-4665-A262-BEC9A7EC6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6902" y="3887375"/>
            <a:ext cx="3057952" cy="2143424"/>
          </a:xfrm>
          <a:prstGeom prst="rect">
            <a:avLst/>
          </a:prstGeom>
        </p:spPr>
      </p:pic>
      <p:sp>
        <p:nvSpPr>
          <p:cNvPr id="10" name="TextBox 9">
            <a:extLst>
              <a:ext uri="{FF2B5EF4-FFF2-40B4-BE49-F238E27FC236}">
                <a16:creationId xmlns:a16="http://schemas.microsoft.com/office/drawing/2014/main" id="{E47ECBA9-76FF-4F82-9CD9-BA2A6E5BA429}"/>
              </a:ext>
            </a:extLst>
          </p:cNvPr>
          <p:cNvSpPr txBox="1"/>
          <p:nvPr/>
        </p:nvSpPr>
        <p:spPr>
          <a:xfrm>
            <a:off x="457200" y="1645191"/>
            <a:ext cx="7214717" cy="3970318"/>
          </a:xfrm>
          <a:prstGeom prst="rect">
            <a:avLst/>
          </a:prstGeom>
          <a:noFill/>
        </p:spPr>
        <p:txBody>
          <a:bodyPr wrap="square" rtlCol="0">
            <a:spAutoFit/>
          </a:bodyPr>
          <a:lstStyle/>
          <a:p>
            <a:pPr marL="285750" indent="-285750">
              <a:buFont typeface="Arial" panose="020B0604020202020204" pitchFamily="34" charset="0"/>
              <a:buChar char="•"/>
            </a:pPr>
            <a:r>
              <a:rPr lang="en-US" i="0" dirty="0">
                <a:solidFill>
                  <a:srgbClr val="000000"/>
                </a:solidFill>
                <a:effectLst/>
                <a:latin typeface="Calibri" panose="020F0502020204030204" pitchFamily="34" charset="0"/>
                <a:cs typeface="Calibri" panose="020F0502020204030204" pitchFamily="34" charset="0"/>
              </a:rPr>
              <a:t>Write Block Header SM States </a:t>
            </a:r>
          </a:p>
          <a:p>
            <a:pPr marL="342900" indent="-342900" algn="l" rtl="0" fontAlgn="base">
              <a:buFont typeface="+mj-lt"/>
              <a:buAutoNum type="arabicPeriod"/>
            </a:pPr>
            <a:r>
              <a:rPr lang="en-IN" b="0" i="0" dirty="0">
                <a:solidFill>
                  <a:srgbClr val="000000"/>
                </a:solidFill>
                <a:effectLst/>
                <a:latin typeface="Calibri" panose="020F0502020204030204" pitchFamily="34" charset="0"/>
                <a:cs typeface="Calibri" panose="020F0502020204030204" pitchFamily="34" charset="0"/>
              </a:rPr>
              <a:t>ERASE_BLOCK </a:t>
            </a:r>
          </a:p>
          <a:p>
            <a:pPr marL="342900" indent="-342900" algn="l" rtl="0" fontAlgn="base">
              <a:buFont typeface="+mj-lt"/>
              <a:buAutoNum type="arabicPeriod"/>
            </a:pPr>
            <a:r>
              <a:rPr lang="en-IN" b="0" i="0" dirty="0">
                <a:solidFill>
                  <a:srgbClr val="000000"/>
                </a:solidFill>
                <a:effectLst/>
                <a:latin typeface="Calibri" panose="020F0502020204030204" pitchFamily="34" charset="0"/>
                <a:cs typeface="Calibri" panose="020F0502020204030204" pitchFamily="34" charset="0"/>
              </a:rPr>
              <a:t>WRITE_HEADER </a:t>
            </a:r>
          </a:p>
          <a:p>
            <a:pPr marL="342900" indent="-342900">
              <a:buFont typeface="+mj-lt"/>
              <a:buAutoNum type="arabicPeriod"/>
            </a:pPr>
            <a:endParaRPr lang="en-IN" dirty="0">
              <a:latin typeface="Calibri" panose="020F0502020204030204" pitchFamily="34" charset="0"/>
              <a:cs typeface="Calibri" panose="020F0502020204030204" pitchFamily="34" charset="0"/>
            </a:endParaRPr>
          </a:p>
          <a:p>
            <a:pPr marL="342900" indent="-342900">
              <a:buFont typeface="+mj-lt"/>
              <a:buAutoNum type="arabicPeriod"/>
            </a:pPr>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pPr marL="342900" indent="-342900">
              <a:buFont typeface="+mj-lt"/>
              <a:buAutoNum type="arabicPeriod"/>
            </a:pPr>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i="0" dirty="0">
                <a:solidFill>
                  <a:srgbClr val="000000"/>
                </a:solidFill>
                <a:effectLst/>
                <a:latin typeface="Calibri" panose="020F0502020204030204" pitchFamily="34" charset="0"/>
                <a:cs typeface="Calibri" panose="020F0502020204030204" pitchFamily="34" charset="0"/>
              </a:rPr>
              <a:t>SM States of Read Flash, Erase Flash and Write Flash </a:t>
            </a:r>
            <a:endParaRPr lang="en-IN" i="0" dirty="0">
              <a:solidFill>
                <a:srgbClr val="000000"/>
              </a:solidFill>
              <a:effectLst/>
              <a:latin typeface="Calibri" panose="020F0502020204030204" pitchFamily="34" charset="0"/>
              <a:cs typeface="Calibri" panose="020F0502020204030204" pitchFamily="34" charset="0"/>
            </a:endParaRPr>
          </a:p>
          <a:p>
            <a:pPr marL="342900" indent="-342900" algn="l" rtl="0" fontAlgn="base">
              <a:buFont typeface="+mj-lt"/>
              <a:buAutoNum type="arabicPeriod"/>
            </a:pPr>
            <a:r>
              <a:rPr lang="en-IN" b="0" i="0" dirty="0">
                <a:solidFill>
                  <a:srgbClr val="000000"/>
                </a:solidFill>
                <a:effectLst/>
                <a:latin typeface="Calibri" panose="020F0502020204030204" pitchFamily="34" charset="0"/>
                <a:cs typeface="Calibri" panose="020F0502020204030204" pitchFamily="34" charset="0"/>
              </a:rPr>
              <a:t>INITIATE_REQUEST </a:t>
            </a:r>
          </a:p>
          <a:p>
            <a:pPr marL="342900" indent="-342900" algn="l" rtl="0" fontAlgn="base">
              <a:buFont typeface="+mj-lt"/>
              <a:buAutoNum type="arabicPeriod"/>
            </a:pPr>
            <a:r>
              <a:rPr lang="en-IN" b="0" i="0" dirty="0">
                <a:solidFill>
                  <a:srgbClr val="000000"/>
                </a:solidFill>
                <a:effectLst/>
                <a:latin typeface="Calibri" panose="020F0502020204030204" pitchFamily="34" charset="0"/>
                <a:cs typeface="Calibri" panose="020F0502020204030204" pitchFamily="34" charset="0"/>
              </a:rPr>
              <a:t>WAIT_FOR_COMPLETION </a:t>
            </a:r>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3137630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4F928-B4E1-4295-8FA3-C1DED7B19C54}"/>
              </a:ext>
            </a:extLst>
          </p:cNvPr>
          <p:cNvSpPr>
            <a:spLocks noGrp="1"/>
          </p:cNvSpPr>
          <p:nvPr>
            <p:ph type="title"/>
          </p:nvPr>
        </p:nvSpPr>
        <p:spPr/>
        <p:txBody>
          <a:bodyPr/>
          <a:lstStyle/>
          <a:p>
            <a:pPr algn="ctr"/>
            <a:r>
              <a:rPr lang="en-IN" sz="2000" b="1" dirty="0"/>
              <a:t>SOFTWARE WORK FLOW</a:t>
            </a:r>
          </a:p>
        </p:txBody>
      </p:sp>
      <p:sp>
        <p:nvSpPr>
          <p:cNvPr id="67" name="Rectangle 78">
            <a:extLst>
              <a:ext uri="{FF2B5EF4-FFF2-40B4-BE49-F238E27FC236}">
                <a16:creationId xmlns:a16="http://schemas.microsoft.com/office/drawing/2014/main" id="{E51A0CC7-7E69-4061-8B03-2D85346AF504}"/>
              </a:ext>
            </a:extLst>
          </p:cNvPr>
          <p:cNvSpPr>
            <a:spLocks noChangeArrowheads="1"/>
          </p:cNvSpPr>
          <p:nvPr/>
        </p:nvSpPr>
        <p:spPr bwMode="auto">
          <a:xfrm>
            <a:off x="457200" y="2428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5392" rIns="91440" bIns="45720" numCol="1" anchor="ctr" anchorCtr="0" compatLnSpc="1">
            <a:prstTxWarp prst="textNoShape">
              <a:avLst/>
            </a:prstTxWarp>
            <a:spAutoFit/>
          </a:bodyPr>
          <a:lstStyle/>
          <a:p>
            <a:endParaRPr lang="en-IN"/>
          </a:p>
        </p:txBody>
      </p:sp>
      <p:sp>
        <p:nvSpPr>
          <p:cNvPr id="69" name="Rectangle 87">
            <a:extLst>
              <a:ext uri="{FF2B5EF4-FFF2-40B4-BE49-F238E27FC236}">
                <a16:creationId xmlns:a16="http://schemas.microsoft.com/office/drawing/2014/main" id="{FB8A0AAB-E85C-4DC8-B219-798594E54D52}"/>
              </a:ext>
            </a:extLst>
          </p:cNvPr>
          <p:cNvSpPr>
            <a:spLocks noChangeArrowheads="1"/>
          </p:cNvSpPr>
          <p:nvPr/>
        </p:nvSpPr>
        <p:spPr bwMode="auto">
          <a:xfrm>
            <a:off x="624840" y="2886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5392"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a:ln>
                <a:noFill/>
              </a:ln>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6" name="TextBox 125">
            <a:extLst>
              <a:ext uri="{FF2B5EF4-FFF2-40B4-BE49-F238E27FC236}">
                <a16:creationId xmlns:a16="http://schemas.microsoft.com/office/drawing/2014/main" id="{A8AB833C-2E83-4F27-B9F8-8570F9950899}"/>
              </a:ext>
            </a:extLst>
          </p:cNvPr>
          <p:cNvSpPr txBox="1"/>
          <p:nvPr/>
        </p:nvSpPr>
        <p:spPr>
          <a:xfrm>
            <a:off x="1050934" y="3427026"/>
            <a:ext cx="7111980" cy="203132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b="0" i="0" dirty="0">
                <a:solidFill>
                  <a:srgbClr val="000000"/>
                </a:solidFill>
                <a:effectLst/>
                <a:latin typeface="Calibri" panose="020F0502020204030204" pitchFamily="34" charset="0"/>
              </a:rPr>
              <a:t>All algorithms for maintaining of the log in NV LOG were implemented and unit tested in a desktop environment.</a:t>
            </a:r>
          </a:p>
          <a:p>
            <a:pPr marL="285750" indent="-285750">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0" i="0" dirty="0">
                <a:solidFill>
                  <a:srgbClr val="000000"/>
                </a:solidFill>
                <a:effectLst/>
                <a:latin typeface="Calibri" panose="020F0502020204030204" pitchFamily="34" charset="0"/>
              </a:rPr>
              <a:t>The tests primarily create a flash object and pass that as an input to NV_LOG.</a:t>
            </a:r>
          </a:p>
          <a:p>
            <a:pPr marL="285750" indent="-285750">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b="0" i="0" dirty="0">
                <a:solidFill>
                  <a:srgbClr val="000000"/>
                </a:solidFill>
                <a:effectLst/>
                <a:latin typeface="Calibri" panose="020F0502020204030204" pitchFamily="34" charset="0"/>
              </a:rPr>
              <a:t>NV_LOG dependencies (ex: FLASH, json) were mocked. </a:t>
            </a:r>
            <a:endParaRPr lang="en-IN"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5" name="Group 4">
            <a:extLst>
              <a:ext uri="{FF2B5EF4-FFF2-40B4-BE49-F238E27FC236}">
                <a16:creationId xmlns:a16="http://schemas.microsoft.com/office/drawing/2014/main" id="{14EF13B5-B250-488E-A0D8-DACED7E4646A}"/>
              </a:ext>
            </a:extLst>
          </p:cNvPr>
          <p:cNvGrpSpPr/>
          <p:nvPr/>
        </p:nvGrpSpPr>
        <p:grpSpPr>
          <a:xfrm>
            <a:off x="731877" y="1517654"/>
            <a:ext cx="7545344" cy="1867609"/>
            <a:chOff x="731877" y="1517654"/>
            <a:chExt cx="7545344" cy="1867609"/>
          </a:xfrm>
        </p:grpSpPr>
        <p:grpSp>
          <p:nvGrpSpPr>
            <p:cNvPr id="4" name="Group 3">
              <a:extLst>
                <a:ext uri="{FF2B5EF4-FFF2-40B4-BE49-F238E27FC236}">
                  <a16:creationId xmlns:a16="http://schemas.microsoft.com/office/drawing/2014/main" id="{9C7D62EA-A367-403E-B9B3-5C7F2C050AA7}"/>
                </a:ext>
              </a:extLst>
            </p:cNvPr>
            <p:cNvGrpSpPr/>
            <p:nvPr/>
          </p:nvGrpSpPr>
          <p:grpSpPr>
            <a:xfrm>
              <a:off x="731877" y="1517654"/>
              <a:ext cx="7545344" cy="1867609"/>
              <a:chOff x="731877" y="1517654"/>
              <a:chExt cx="7545344" cy="1867609"/>
            </a:xfrm>
          </p:grpSpPr>
          <p:sp>
            <p:nvSpPr>
              <p:cNvPr id="53" name="Text Box 16">
                <a:extLst>
                  <a:ext uri="{FF2B5EF4-FFF2-40B4-BE49-F238E27FC236}">
                    <a16:creationId xmlns:a16="http://schemas.microsoft.com/office/drawing/2014/main" id="{E3FB72D2-D087-476E-980D-5C2B3EE90562}"/>
                  </a:ext>
                </a:extLst>
              </p:cNvPr>
              <p:cNvSpPr txBox="1">
                <a:spLocks noChangeArrowheads="1"/>
              </p:cNvSpPr>
              <p:nvPr/>
            </p:nvSpPr>
            <p:spPr bwMode="auto">
              <a:xfrm>
                <a:off x="5717176" y="3112213"/>
                <a:ext cx="425450" cy="273050"/>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6" name="Text Box 77">
                <a:extLst>
                  <a:ext uri="{FF2B5EF4-FFF2-40B4-BE49-F238E27FC236}">
                    <a16:creationId xmlns:a16="http://schemas.microsoft.com/office/drawing/2014/main" id="{8C84D8ED-2B3E-4260-ABF2-1B9B9F750167}"/>
                  </a:ext>
                </a:extLst>
              </p:cNvPr>
              <p:cNvSpPr txBox="1">
                <a:spLocks noChangeArrowheads="1"/>
              </p:cNvSpPr>
              <p:nvPr/>
            </p:nvSpPr>
            <p:spPr bwMode="auto">
              <a:xfrm>
                <a:off x="3363173" y="1517654"/>
                <a:ext cx="411163" cy="266700"/>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effectLst/>
                    <a:latin typeface="Calibri" panose="020F0502020204030204" pitchFamily="34" charset="0"/>
                    <a:ea typeface="Calibri" panose="020F0502020204030204" pitchFamily="34" charset="0"/>
                    <a:cs typeface="Times New Roman" panose="02020603050405020304" pitchFamily="18" charset="0"/>
                  </a:rPr>
                  <a:t>NO</a:t>
                </a:r>
                <a:endParaRPr kumimoji="0" lang="en-US" altLang="en-US" sz="1800" b="0" i="0" u="none" strike="noStrike" cap="none" normalizeH="0" baseline="0" dirty="0">
                  <a:ln>
                    <a:noFill/>
                  </a:ln>
                  <a:effectLst/>
                  <a:latin typeface="Arial" panose="020B0604020202020204" pitchFamily="34" charset="0"/>
                </a:endParaRPr>
              </a:p>
            </p:txBody>
          </p:sp>
          <p:grpSp>
            <p:nvGrpSpPr>
              <p:cNvPr id="3" name="Group 2">
                <a:extLst>
                  <a:ext uri="{FF2B5EF4-FFF2-40B4-BE49-F238E27FC236}">
                    <a16:creationId xmlns:a16="http://schemas.microsoft.com/office/drawing/2014/main" id="{C0CD1B06-76F3-4CD6-8FA7-92A694A73093}"/>
                  </a:ext>
                </a:extLst>
              </p:cNvPr>
              <p:cNvGrpSpPr/>
              <p:nvPr/>
            </p:nvGrpSpPr>
            <p:grpSpPr>
              <a:xfrm>
                <a:off x="731877" y="1974854"/>
                <a:ext cx="7545344" cy="723900"/>
                <a:chOff x="731877" y="1974854"/>
                <a:chExt cx="7545344" cy="723900"/>
              </a:xfrm>
            </p:grpSpPr>
            <p:sp>
              <p:nvSpPr>
                <p:cNvPr id="48" name="AutoShape 2">
                  <a:extLst>
                    <a:ext uri="{FF2B5EF4-FFF2-40B4-BE49-F238E27FC236}">
                      <a16:creationId xmlns:a16="http://schemas.microsoft.com/office/drawing/2014/main" id="{6903EFAB-5B24-4C6C-9BEE-92FF04949CD9}"/>
                    </a:ext>
                  </a:extLst>
                </p:cNvPr>
                <p:cNvSpPr>
                  <a:spLocks noChangeArrowheads="1"/>
                </p:cNvSpPr>
                <p:nvPr/>
              </p:nvSpPr>
              <p:spPr bwMode="auto">
                <a:xfrm>
                  <a:off x="731877" y="2087566"/>
                  <a:ext cx="1035050" cy="495300"/>
                </a:xfrm>
                <a:prstGeom prst="roundRect">
                  <a:avLst>
                    <a:gd name="adj" fmla="val 16667"/>
                  </a:avLst>
                </a:prstGeom>
                <a:solidFill>
                  <a:srgbClr val="A8D08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Software Development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 name="AutoShape 3">
                  <a:extLst>
                    <a:ext uri="{FF2B5EF4-FFF2-40B4-BE49-F238E27FC236}">
                      <a16:creationId xmlns:a16="http://schemas.microsoft.com/office/drawing/2014/main" id="{EAE5C363-0340-43B8-BC3A-075C1AD5F466}"/>
                    </a:ext>
                  </a:extLst>
                </p:cNvPr>
                <p:cNvSpPr>
                  <a:spLocks noChangeArrowheads="1"/>
                </p:cNvSpPr>
                <p:nvPr/>
              </p:nvSpPr>
              <p:spPr bwMode="auto">
                <a:xfrm>
                  <a:off x="2145545" y="1974854"/>
                  <a:ext cx="1035050" cy="723900"/>
                </a:xfrm>
                <a:prstGeom prst="roundRect">
                  <a:avLst>
                    <a:gd name="adj" fmla="val 16667"/>
                  </a:avLst>
                </a:prstGeom>
                <a:solidFill>
                  <a:srgbClr val="A8D08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Develop Unit tests in desktop</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0" name="AutoShape 4">
                  <a:extLst>
                    <a:ext uri="{FF2B5EF4-FFF2-40B4-BE49-F238E27FC236}">
                      <a16:creationId xmlns:a16="http://schemas.microsoft.com/office/drawing/2014/main" id="{05886356-E3B4-4D44-A968-186C7457AC55}"/>
                    </a:ext>
                  </a:extLst>
                </p:cNvPr>
                <p:cNvSpPr>
                  <a:spLocks noChangeArrowheads="1"/>
                </p:cNvSpPr>
                <p:nvPr/>
              </p:nvSpPr>
              <p:spPr bwMode="auto">
                <a:xfrm>
                  <a:off x="4830682" y="2192341"/>
                  <a:ext cx="1035050" cy="285750"/>
                </a:xfrm>
                <a:prstGeom prst="roundRect">
                  <a:avLst>
                    <a:gd name="adj" fmla="val 16667"/>
                  </a:avLst>
                </a:prstGeom>
                <a:solidFill>
                  <a:srgbClr val="A8D08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Test in target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1" name="AutoShape 5">
                  <a:extLst>
                    <a:ext uri="{FF2B5EF4-FFF2-40B4-BE49-F238E27FC236}">
                      <a16:creationId xmlns:a16="http://schemas.microsoft.com/office/drawing/2014/main" id="{5812881F-49B3-4798-BA12-F7DF47CDCA82}"/>
                    </a:ext>
                  </a:extLst>
                </p:cNvPr>
                <p:cNvSpPr>
                  <a:spLocks noChangeArrowheads="1"/>
                </p:cNvSpPr>
                <p:nvPr/>
              </p:nvSpPr>
              <p:spPr bwMode="auto">
                <a:xfrm>
                  <a:off x="3521391" y="2005016"/>
                  <a:ext cx="981075" cy="666750"/>
                </a:xfrm>
                <a:prstGeom prst="diamond">
                  <a:avLst/>
                </a:prstGeom>
                <a:solidFill>
                  <a:srgbClr val="B4C6E7"/>
                </a:solidFill>
                <a:ln w="12700">
                  <a:solidFill>
                    <a:srgbClr val="74707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PASS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AutoShape 12">
                  <a:extLst>
                    <a:ext uri="{FF2B5EF4-FFF2-40B4-BE49-F238E27FC236}">
                      <a16:creationId xmlns:a16="http://schemas.microsoft.com/office/drawing/2014/main" id="{DB4BEFB3-40F1-46F7-820B-A45688ECF121}"/>
                    </a:ext>
                  </a:extLst>
                </p:cNvPr>
                <p:cNvSpPr>
                  <a:spLocks noChangeArrowheads="1"/>
                </p:cNvSpPr>
                <p:nvPr/>
              </p:nvSpPr>
              <p:spPr bwMode="auto">
                <a:xfrm>
                  <a:off x="6142626" y="1998665"/>
                  <a:ext cx="955675" cy="666750"/>
                </a:xfrm>
                <a:prstGeom prst="diamond">
                  <a:avLst/>
                </a:prstGeom>
                <a:solidFill>
                  <a:srgbClr val="B4C6E7"/>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PASS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Text Box 18">
                  <a:extLst>
                    <a:ext uri="{FF2B5EF4-FFF2-40B4-BE49-F238E27FC236}">
                      <a16:creationId xmlns:a16="http://schemas.microsoft.com/office/drawing/2014/main" id="{3D038134-6DC3-46A9-9A18-9FBC86DDA889}"/>
                    </a:ext>
                  </a:extLst>
                </p:cNvPr>
                <p:cNvSpPr txBox="1">
                  <a:spLocks noChangeArrowheads="1"/>
                </p:cNvSpPr>
                <p:nvPr/>
              </p:nvSpPr>
              <p:spPr bwMode="auto">
                <a:xfrm>
                  <a:off x="7699371" y="2192341"/>
                  <a:ext cx="577850" cy="266700"/>
                </a:xfrm>
                <a:prstGeom prst="rect">
                  <a:avLst/>
                </a:prstGeom>
                <a:solidFill>
                  <a:srgbClr val="A8D08D"/>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DONE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82" name="Straight Arrow Connector 81">
                  <a:extLst>
                    <a:ext uri="{FF2B5EF4-FFF2-40B4-BE49-F238E27FC236}">
                      <a16:creationId xmlns:a16="http://schemas.microsoft.com/office/drawing/2014/main" id="{ABE14715-1302-4ADB-AAFC-5F5CE5DF2AFD}"/>
                    </a:ext>
                  </a:extLst>
                </p:cNvPr>
                <p:cNvCxnSpPr>
                  <a:cxnSpLocks/>
                  <a:stCxn id="48" idx="3"/>
                  <a:endCxn id="49" idx="1"/>
                </p:cNvCxnSpPr>
                <p:nvPr/>
              </p:nvCxnSpPr>
              <p:spPr>
                <a:xfrm>
                  <a:off x="1766927" y="2335216"/>
                  <a:ext cx="378618" cy="1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6069D321-904B-46B5-B74B-CF69C03CB0C3}"/>
                    </a:ext>
                  </a:extLst>
                </p:cNvPr>
                <p:cNvCxnSpPr>
                  <a:stCxn id="49" idx="3"/>
                  <a:endCxn id="51" idx="1"/>
                </p:cNvCxnSpPr>
                <p:nvPr/>
              </p:nvCxnSpPr>
              <p:spPr>
                <a:xfrm>
                  <a:off x="3180595" y="2336804"/>
                  <a:ext cx="340796" cy="15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a:extLst>
                    <a:ext uri="{FF2B5EF4-FFF2-40B4-BE49-F238E27FC236}">
                      <a16:creationId xmlns:a16="http://schemas.microsoft.com/office/drawing/2014/main" id="{555E9A2E-3AB5-4531-B59D-A64CDBA07355}"/>
                    </a:ext>
                  </a:extLst>
                </p:cNvPr>
                <p:cNvCxnSpPr>
                  <a:stCxn id="51" idx="3"/>
                  <a:endCxn id="50" idx="1"/>
                </p:cNvCxnSpPr>
                <p:nvPr/>
              </p:nvCxnSpPr>
              <p:spPr>
                <a:xfrm flipV="1">
                  <a:off x="4502466" y="2335216"/>
                  <a:ext cx="328216" cy="31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63234DA9-5BB5-41FF-93D2-DC93C9B269B0}"/>
                    </a:ext>
                  </a:extLst>
                </p:cNvPr>
                <p:cNvCxnSpPr>
                  <a:stCxn id="50" idx="3"/>
                  <a:endCxn id="52" idx="1"/>
                </p:cNvCxnSpPr>
                <p:nvPr/>
              </p:nvCxnSpPr>
              <p:spPr>
                <a:xfrm flipV="1">
                  <a:off x="5865732" y="2332040"/>
                  <a:ext cx="276894" cy="31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5A5583CD-D2D5-4E41-B389-D5260799A662}"/>
                    </a:ext>
                  </a:extLst>
                </p:cNvPr>
                <p:cNvCxnSpPr>
                  <a:stCxn id="52" idx="3"/>
                  <a:endCxn id="54" idx="1"/>
                </p:cNvCxnSpPr>
                <p:nvPr/>
              </p:nvCxnSpPr>
              <p:spPr>
                <a:xfrm flipV="1">
                  <a:off x="7098301" y="2325691"/>
                  <a:ext cx="601070" cy="63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 name="Connector: Elbow 103">
                  <a:extLst>
                    <a:ext uri="{FF2B5EF4-FFF2-40B4-BE49-F238E27FC236}">
                      <a16:creationId xmlns:a16="http://schemas.microsoft.com/office/drawing/2014/main" id="{C94C07DD-BA3E-41F4-A431-BCF679769101}"/>
                    </a:ext>
                  </a:extLst>
                </p:cNvPr>
                <p:cNvCxnSpPr>
                  <a:cxnSpLocks/>
                  <a:stCxn id="52" idx="2"/>
                  <a:endCxn id="48" idx="2"/>
                </p:cNvCxnSpPr>
                <p:nvPr/>
              </p:nvCxnSpPr>
              <p:spPr>
                <a:xfrm rot="5400000" flipH="1">
                  <a:off x="3893658" y="-61390"/>
                  <a:ext cx="82549" cy="5371062"/>
                </a:xfrm>
                <a:prstGeom prst="bentConnector3">
                  <a:avLst>
                    <a:gd name="adj1" fmla="val -570808"/>
                  </a:avLst>
                </a:prstGeom>
                <a:ln>
                  <a:tailEnd type="triangle"/>
                </a:ln>
              </p:spPr>
              <p:style>
                <a:lnRef idx="1">
                  <a:schemeClr val="dk1"/>
                </a:lnRef>
                <a:fillRef idx="0">
                  <a:schemeClr val="dk1"/>
                </a:fillRef>
                <a:effectRef idx="0">
                  <a:schemeClr val="dk1"/>
                </a:effectRef>
                <a:fontRef idx="minor">
                  <a:schemeClr val="tx1"/>
                </a:fontRef>
              </p:style>
            </p:cxnSp>
            <p:cxnSp>
              <p:nvCxnSpPr>
                <p:cNvPr id="124" name="Connector: Elbow 123">
                  <a:extLst>
                    <a:ext uri="{FF2B5EF4-FFF2-40B4-BE49-F238E27FC236}">
                      <a16:creationId xmlns:a16="http://schemas.microsoft.com/office/drawing/2014/main" id="{33BED552-CEB2-4697-B4B0-4EA39F1358C6}"/>
                    </a:ext>
                  </a:extLst>
                </p:cNvPr>
                <p:cNvCxnSpPr>
                  <a:stCxn id="51" idx="0"/>
                  <a:endCxn id="48" idx="0"/>
                </p:cNvCxnSpPr>
                <p:nvPr/>
              </p:nvCxnSpPr>
              <p:spPr>
                <a:xfrm rot="16200000" flipH="1" flipV="1">
                  <a:off x="2589391" y="665027"/>
                  <a:ext cx="82550" cy="2762527"/>
                </a:xfrm>
                <a:prstGeom prst="bentConnector3">
                  <a:avLst>
                    <a:gd name="adj1" fmla="val -276923"/>
                  </a:avLst>
                </a:prstGeom>
                <a:ln>
                  <a:tailEnd type="triangle"/>
                </a:ln>
              </p:spPr>
              <p:style>
                <a:lnRef idx="1">
                  <a:schemeClr val="dk1"/>
                </a:lnRef>
                <a:fillRef idx="0">
                  <a:schemeClr val="dk1"/>
                </a:fillRef>
                <a:effectRef idx="0">
                  <a:schemeClr val="dk1"/>
                </a:effectRef>
                <a:fontRef idx="minor">
                  <a:schemeClr val="tx1"/>
                </a:fontRef>
              </p:style>
            </p:cxnSp>
          </p:grpSp>
        </p:grpSp>
        <p:sp>
          <p:nvSpPr>
            <p:cNvPr id="23" name="Text Box 77">
              <a:extLst>
                <a:ext uri="{FF2B5EF4-FFF2-40B4-BE49-F238E27FC236}">
                  <a16:creationId xmlns:a16="http://schemas.microsoft.com/office/drawing/2014/main" id="{08C02D09-E7C1-4F07-8E29-D883637AE4AA}"/>
                </a:ext>
              </a:extLst>
            </p:cNvPr>
            <p:cNvSpPr txBox="1">
              <a:spLocks noChangeArrowheads="1"/>
            </p:cNvSpPr>
            <p:nvPr/>
          </p:nvSpPr>
          <p:spPr bwMode="auto">
            <a:xfrm>
              <a:off x="4401343" y="1981207"/>
              <a:ext cx="411163" cy="266700"/>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100" dirty="0">
                  <a:latin typeface="Calibri" panose="020F0502020204030204" pitchFamily="34" charset="0"/>
                  <a:cs typeface="Times New Roman" panose="02020603050405020304" pitchFamily="18" charset="0"/>
                </a:rPr>
                <a:t>YES</a:t>
              </a:r>
              <a:endParaRPr kumimoji="0" lang="en-US" altLang="en-US" sz="1800" b="0" i="0" u="none" strike="noStrike" cap="none" normalizeH="0" baseline="0" dirty="0">
                <a:ln>
                  <a:noFill/>
                </a:ln>
                <a:effectLst/>
                <a:latin typeface="Arial" panose="020B0604020202020204" pitchFamily="34" charset="0"/>
              </a:endParaRPr>
            </a:p>
          </p:txBody>
        </p:sp>
        <p:sp>
          <p:nvSpPr>
            <p:cNvPr id="24" name="Text Box 77">
              <a:extLst>
                <a:ext uri="{FF2B5EF4-FFF2-40B4-BE49-F238E27FC236}">
                  <a16:creationId xmlns:a16="http://schemas.microsoft.com/office/drawing/2014/main" id="{E8A5E0FA-EF18-4639-8A98-B3715A34F7D6}"/>
                </a:ext>
              </a:extLst>
            </p:cNvPr>
            <p:cNvSpPr txBox="1">
              <a:spLocks noChangeArrowheads="1"/>
            </p:cNvSpPr>
            <p:nvPr/>
          </p:nvSpPr>
          <p:spPr bwMode="auto">
            <a:xfrm>
              <a:off x="7188494" y="2031989"/>
              <a:ext cx="411163" cy="266700"/>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effectLst/>
                  <a:latin typeface="Calibri" panose="020F0502020204030204" pitchFamily="34" charset="0"/>
                  <a:ea typeface="Calibri" panose="020F0502020204030204" pitchFamily="34" charset="0"/>
                  <a:cs typeface="Times New Roman" panose="02020603050405020304" pitchFamily="18" charset="0"/>
                </a:rPr>
                <a:t>YES</a:t>
              </a:r>
              <a:endParaRPr kumimoji="0" lang="en-US" altLang="en-US" sz="1800" b="0" i="0" u="none" strike="noStrike" cap="none" normalizeH="0" baseline="0" dirty="0">
                <a:ln>
                  <a:noFill/>
                </a:ln>
                <a:effectLst/>
                <a:latin typeface="Arial" panose="020B0604020202020204" pitchFamily="34" charset="0"/>
              </a:endParaRPr>
            </a:p>
          </p:txBody>
        </p:sp>
      </p:grpSp>
    </p:spTree>
    <p:extLst>
      <p:ext uri="{BB962C8B-B14F-4D97-AF65-F5344CB8AC3E}">
        <p14:creationId xmlns:p14="http://schemas.microsoft.com/office/powerpoint/2010/main" val="2051322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3A445AE1-F833-4BCF-A3B6-637075A9018A}"/>
              </a:ext>
            </a:extLst>
          </p:cNvPr>
          <p:cNvGrpSpPr/>
          <p:nvPr/>
        </p:nvGrpSpPr>
        <p:grpSpPr>
          <a:xfrm>
            <a:off x="1457005" y="1262878"/>
            <a:ext cx="3205429" cy="4332243"/>
            <a:chOff x="1366571" y="1351507"/>
            <a:chExt cx="3205429" cy="4332243"/>
          </a:xfrm>
        </p:grpSpPr>
        <p:sp>
          <p:nvSpPr>
            <p:cNvPr id="4" name="Rectangle 3">
              <a:extLst>
                <a:ext uri="{FF2B5EF4-FFF2-40B4-BE49-F238E27FC236}">
                  <a16:creationId xmlns:a16="http://schemas.microsoft.com/office/drawing/2014/main" id="{50EA2969-1664-41A5-B0D1-F0717C1C9F1F}"/>
                </a:ext>
              </a:extLst>
            </p:cNvPr>
            <p:cNvSpPr/>
            <p:nvPr/>
          </p:nvSpPr>
          <p:spPr>
            <a:xfrm>
              <a:off x="1366573" y="1351507"/>
              <a:ext cx="1185705" cy="10450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NV Log</a:t>
              </a:r>
            </a:p>
          </p:txBody>
        </p:sp>
        <p:sp>
          <p:nvSpPr>
            <p:cNvPr id="5" name="Rectangle 4">
              <a:extLst>
                <a:ext uri="{FF2B5EF4-FFF2-40B4-BE49-F238E27FC236}">
                  <a16:creationId xmlns:a16="http://schemas.microsoft.com/office/drawing/2014/main" id="{870F398B-C864-4135-BC76-8955FA062E07}"/>
                </a:ext>
              </a:extLst>
            </p:cNvPr>
            <p:cNvSpPr/>
            <p:nvPr/>
          </p:nvSpPr>
          <p:spPr>
            <a:xfrm>
              <a:off x="3386295" y="4635106"/>
              <a:ext cx="1185705" cy="1045028"/>
            </a:xfrm>
            <a:prstGeom prst="rect">
              <a:avLst/>
            </a:prstGeom>
            <a:solidFill>
              <a:schemeClr val="bg1"/>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Mock driver</a:t>
              </a:r>
            </a:p>
          </p:txBody>
        </p:sp>
        <p:sp>
          <p:nvSpPr>
            <p:cNvPr id="6" name="Rectangle 5">
              <a:extLst>
                <a:ext uri="{FF2B5EF4-FFF2-40B4-BE49-F238E27FC236}">
                  <a16:creationId xmlns:a16="http://schemas.microsoft.com/office/drawing/2014/main" id="{5A4B2EAE-8A52-45BF-B937-919F41AF0A7C}"/>
                </a:ext>
              </a:extLst>
            </p:cNvPr>
            <p:cNvSpPr/>
            <p:nvPr/>
          </p:nvSpPr>
          <p:spPr>
            <a:xfrm>
              <a:off x="1366572" y="4638722"/>
              <a:ext cx="1185705" cy="10450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Flash driver</a:t>
              </a:r>
            </a:p>
          </p:txBody>
        </p:sp>
        <p:sp>
          <p:nvSpPr>
            <p:cNvPr id="7" name="Rectangle 6">
              <a:extLst>
                <a:ext uri="{FF2B5EF4-FFF2-40B4-BE49-F238E27FC236}">
                  <a16:creationId xmlns:a16="http://schemas.microsoft.com/office/drawing/2014/main" id="{9A9275E0-C183-4845-9B43-4B45FE3AEB49}"/>
                </a:ext>
              </a:extLst>
            </p:cNvPr>
            <p:cNvSpPr/>
            <p:nvPr/>
          </p:nvSpPr>
          <p:spPr>
            <a:xfrm>
              <a:off x="1366571" y="2977131"/>
              <a:ext cx="1185705" cy="10450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NV Log Interface</a:t>
              </a:r>
            </a:p>
          </p:txBody>
        </p:sp>
        <p:cxnSp>
          <p:nvCxnSpPr>
            <p:cNvPr id="9" name="Straight Arrow Connector 8">
              <a:extLst>
                <a:ext uri="{FF2B5EF4-FFF2-40B4-BE49-F238E27FC236}">
                  <a16:creationId xmlns:a16="http://schemas.microsoft.com/office/drawing/2014/main" id="{D2B5FAAA-1D93-4A15-A536-83DCAF901A63}"/>
                </a:ext>
              </a:extLst>
            </p:cNvPr>
            <p:cNvCxnSpPr>
              <a:stCxn id="4" idx="2"/>
              <a:endCxn id="7" idx="0"/>
            </p:cNvCxnSpPr>
            <p:nvPr/>
          </p:nvCxnSpPr>
          <p:spPr>
            <a:xfrm flipH="1">
              <a:off x="1959424" y="2396535"/>
              <a:ext cx="2" cy="580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83C0E2AA-8FD8-4D65-92E0-4E006D8F28FB}"/>
                </a:ext>
              </a:extLst>
            </p:cNvPr>
            <p:cNvCxnSpPr>
              <a:stCxn id="7" idx="2"/>
              <a:endCxn id="6" idx="0"/>
            </p:cNvCxnSpPr>
            <p:nvPr/>
          </p:nvCxnSpPr>
          <p:spPr>
            <a:xfrm>
              <a:off x="1959424" y="4022159"/>
              <a:ext cx="1" cy="6165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or: Elbow 12">
              <a:extLst>
                <a:ext uri="{FF2B5EF4-FFF2-40B4-BE49-F238E27FC236}">
                  <a16:creationId xmlns:a16="http://schemas.microsoft.com/office/drawing/2014/main" id="{5715DCEE-8184-4BAD-B042-DF7C77E3BDC9}"/>
                </a:ext>
              </a:extLst>
            </p:cNvPr>
            <p:cNvCxnSpPr>
              <a:endCxn id="5" idx="0"/>
            </p:cNvCxnSpPr>
            <p:nvPr/>
          </p:nvCxnSpPr>
          <p:spPr>
            <a:xfrm>
              <a:off x="1959423" y="4310743"/>
              <a:ext cx="2019725" cy="32436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sp>
        <p:nvSpPr>
          <p:cNvPr id="15" name="TextBox 14">
            <a:extLst>
              <a:ext uri="{FF2B5EF4-FFF2-40B4-BE49-F238E27FC236}">
                <a16:creationId xmlns:a16="http://schemas.microsoft.com/office/drawing/2014/main" id="{CD094C4A-EDEC-4941-8502-1E61FEA0A946}"/>
              </a:ext>
            </a:extLst>
          </p:cNvPr>
          <p:cNvSpPr txBox="1"/>
          <p:nvPr/>
        </p:nvSpPr>
        <p:spPr>
          <a:xfrm>
            <a:off x="1848897" y="532563"/>
            <a:ext cx="5797899" cy="400110"/>
          </a:xfrm>
          <a:prstGeom prst="rect">
            <a:avLst/>
          </a:prstGeom>
          <a:noFill/>
        </p:spPr>
        <p:txBody>
          <a:bodyPr wrap="square" rtlCol="0">
            <a:spAutoFit/>
          </a:bodyPr>
          <a:lstStyle/>
          <a:p>
            <a:pPr algn="ctr"/>
            <a:r>
              <a:rPr lang="en-IN" sz="2000" b="1" dirty="0">
                <a:latin typeface="+mj-lt"/>
              </a:rPr>
              <a:t>MODULE HIERARCHY</a:t>
            </a:r>
          </a:p>
        </p:txBody>
      </p:sp>
      <p:sp>
        <p:nvSpPr>
          <p:cNvPr id="18" name="TextBox 17">
            <a:extLst>
              <a:ext uri="{FF2B5EF4-FFF2-40B4-BE49-F238E27FC236}">
                <a16:creationId xmlns:a16="http://schemas.microsoft.com/office/drawing/2014/main" id="{4138DA64-6472-4AA1-9056-9DF502DCC66B}"/>
              </a:ext>
            </a:extLst>
          </p:cNvPr>
          <p:cNvSpPr txBox="1"/>
          <p:nvPr/>
        </p:nvSpPr>
        <p:spPr>
          <a:xfrm>
            <a:off x="5426111" y="1092055"/>
            <a:ext cx="3165230" cy="4196020"/>
          </a:xfrm>
          <a:prstGeom prst="rect">
            <a:avLst/>
          </a:prstGeom>
          <a:noFill/>
        </p:spPr>
        <p:txBody>
          <a:bodyPr wrap="square" lIns="91440" tIns="45720" rIns="91440" bIns="45720" rtlCol="0" anchor="t">
            <a:spAutoFit/>
          </a:bodyPr>
          <a:lstStyle/>
          <a:p>
            <a:pPr>
              <a:lnSpc>
                <a:spcPct val="150000"/>
              </a:lnSpc>
            </a:pPr>
            <a:r>
              <a:rPr lang="en-IN" dirty="0"/>
              <a:t>The NV Log module does not directly access the flash but instead accesses it through the NV Log Interface. The NV Log Interface is set to access the mock flash in the desktop environment for testing and accesses the actual flash when run in the target environment.</a:t>
            </a:r>
          </a:p>
        </p:txBody>
      </p:sp>
    </p:spTree>
    <p:extLst>
      <p:ext uri="{BB962C8B-B14F-4D97-AF65-F5344CB8AC3E}">
        <p14:creationId xmlns:p14="http://schemas.microsoft.com/office/powerpoint/2010/main" val="1990509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B00E6-A6C2-41C9-8842-A4036813251A}"/>
              </a:ext>
            </a:extLst>
          </p:cNvPr>
          <p:cNvSpPr>
            <a:spLocks noGrp="1"/>
          </p:cNvSpPr>
          <p:nvPr>
            <p:ph type="title"/>
          </p:nvPr>
        </p:nvSpPr>
        <p:spPr>
          <a:xfrm>
            <a:off x="457200" y="194155"/>
            <a:ext cx="8227800" cy="1143000"/>
          </a:xfrm>
        </p:spPr>
        <p:txBody>
          <a:bodyPr/>
          <a:lstStyle/>
          <a:p>
            <a:pPr algn="ctr"/>
            <a:r>
              <a:rPr lang="en-IN" sz="2000" b="1" dirty="0"/>
              <a:t>UNIT TESTS</a:t>
            </a:r>
          </a:p>
        </p:txBody>
      </p:sp>
      <p:sp>
        <p:nvSpPr>
          <p:cNvPr id="4" name="TextBox 3">
            <a:extLst>
              <a:ext uri="{FF2B5EF4-FFF2-40B4-BE49-F238E27FC236}">
                <a16:creationId xmlns:a16="http://schemas.microsoft.com/office/drawing/2014/main" id="{5CE2DAB1-7541-426E-BEF6-454580468207}"/>
              </a:ext>
            </a:extLst>
          </p:cNvPr>
          <p:cNvSpPr txBox="1"/>
          <p:nvPr/>
        </p:nvSpPr>
        <p:spPr>
          <a:xfrm>
            <a:off x="939071" y="948690"/>
            <a:ext cx="7264058" cy="5909310"/>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Classes were created for each test case.</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Each test class has an instance of the interface and mock flash.</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The mock flash stores the data onto a json file using a C++ json library.</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The interface provides functions to NV Log to access the flash.</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The test classes have a run function and description function.</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The run function runs the test.</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The description function tells us the functionality which is being tested in the form of a string.</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The test class instances are stored in a test suite.</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The tests are compiled using a makefile when the make command is run.</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The make run command runs all the tests in the test suite.</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3458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581B7-1250-414F-9E96-DFBC798A821F}"/>
              </a:ext>
            </a:extLst>
          </p:cNvPr>
          <p:cNvSpPr>
            <a:spLocks noGrp="1"/>
          </p:cNvSpPr>
          <p:nvPr>
            <p:ph type="title"/>
          </p:nvPr>
        </p:nvSpPr>
        <p:spPr/>
        <p:txBody>
          <a:bodyPr/>
          <a:lstStyle/>
          <a:p>
            <a:pPr algn="ctr"/>
            <a:r>
              <a:rPr lang="en-IN" sz="2000" b="1" dirty="0"/>
              <a:t>DIRECTORY STRUCTURE</a:t>
            </a:r>
          </a:p>
        </p:txBody>
      </p:sp>
      <p:sp>
        <p:nvSpPr>
          <p:cNvPr id="4" name="TextBox 3">
            <a:extLst>
              <a:ext uri="{FF2B5EF4-FFF2-40B4-BE49-F238E27FC236}">
                <a16:creationId xmlns:a16="http://schemas.microsoft.com/office/drawing/2014/main" id="{7FE48D69-60BB-4880-8B5E-9E90EC2955D7}"/>
              </a:ext>
            </a:extLst>
          </p:cNvPr>
          <p:cNvSpPr txBox="1"/>
          <p:nvPr/>
        </p:nvSpPr>
        <p:spPr>
          <a:xfrm>
            <a:off x="457200" y="1670218"/>
            <a:ext cx="3340359" cy="2862322"/>
          </a:xfrm>
          <a:prstGeom prst="rect">
            <a:avLst/>
          </a:prstGeom>
          <a:noFill/>
        </p:spPr>
        <p:txBody>
          <a:bodyPr wrap="square" rtlCol="0">
            <a:spAutoFit/>
          </a:bodyPr>
          <a:lstStyle/>
          <a:p>
            <a:pPr marL="342900" indent="-342900">
              <a:buFont typeface="Arial" panose="020B0604020202020204" pitchFamily="34" charset="0"/>
              <a:buChar char="•"/>
            </a:pPr>
            <a:r>
              <a:rPr lang="en-US" b="0" i="0" dirty="0">
                <a:solidFill>
                  <a:srgbClr val="000000"/>
                </a:solidFill>
                <a:effectLst/>
                <a:latin typeface="Calibri" panose="020F0502020204030204" pitchFamily="34" charset="0"/>
                <a:cs typeface="Calibri" panose="020F0502020204030204" pitchFamily="34" charset="0"/>
              </a:rPr>
              <a:t>NV_LOG – Contains the implementation of the NV_LOG and its sub-modules. </a:t>
            </a:r>
            <a:endParaRPr lang="en-US" dirty="0">
              <a:solidFill>
                <a:srgbClr val="000000"/>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IN" b="0" i="0" dirty="0">
                <a:solidFill>
                  <a:srgbClr val="000000"/>
                </a:solidFill>
                <a:effectLst/>
                <a:latin typeface="Calibri" panose="020F0502020204030204" pitchFamily="34" charset="0"/>
                <a:cs typeface="Calibri" panose="020F0502020204030204" pitchFamily="34" charset="0"/>
              </a:rPr>
              <a:t>Tests – Contains implementation of tests.</a:t>
            </a:r>
          </a:p>
          <a:p>
            <a:pPr marL="342900" indent="-342900">
              <a:buFont typeface="Arial" panose="020B0604020202020204" pitchFamily="34" charset="0"/>
              <a:buChar char="•"/>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b="0" i="0" dirty="0">
                <a:solidFill>
                  <a:srgbClr val="000000"/>
                </a:solidFill>
                <a:effectLst/>
                <a:latin typeface="Calibri" panose="020F0502020204030204" pitchFamily="34" charset="0"/>
                <a:cs typeface="Calibri" panose="020F0502020204030204" pitchFamily="34" charset="0"/>
              </a:rPr>
              <a:t>mocks – Contains mocks of NV_LOG dependencies.</a:t>
            </a:r>
          </a:p>
        </p:txBody>
      </p:sp>
      <p:pic>
        <p:nvPicPr>
          <p:cNvPr id="1030" name="Picture 6">
            <a:extLst>
              <a:ext uri="{FF2B5EF4-FFF2-40B4-BE49-F238E27FC236}">
                <a16:creationId xmlns:a16="http://schemas.microsoft.com/office/drawing/2014/main" id="{3955B487-D21C-4F63-8EE0-568E462D34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4803" y="1298755"/>
            <a:ext cx="2481943" cy="5066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422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C8CFD-02DB-477B-8A4D-DDFA121E2BF0}"/>
              </a:ext>
            </a:extLst>
          </p:cNvPr>
          <p:cNvSpPr>
            <a:spLocks noGrp="1"/>
          </p:cNvSpPr>
          <p:nvPr>
            <p:ph type="title"/>
          </p:nvPr>
        </p:nvSpPr>
        <p:spPr/>
        <p:txBody>
          <a:bodyPr/>
          <a:lstStyle/>
          <a:p>
            <a:pPr algn="ctr"/>
            <a:r>
              <a:rPr lang="en-IN" sz="2000" b="1" dirty="0"/>
              <a:t>DIRECTORY STRUCTURE</a:t>
            </a:r>
            <a:endParaRPr lang="en-IN" sz="2000" dirty="0"/>
          </a:p>
        </p:txBody>
      </p:sp>
      <p:sp>
        <p:nvSpPr>
          <p:cNvPr id="6" name="TextBox 5">
            <a:extLst>
              <a:ext uri="{FF2B5EF4-FFF2-40B4-BE49-F238E27FC236}">
                <a16:creationId xmlns:a16="http://schemas.microsoft.com/office/drawing/2014/main" id="{3141CCA8-8ACD-44F0-BC72-6D02E2F1E1FC}"/>
              </a:ext>
            </a:extLst>
          </p:cNvPr>
          <p:cNvSpPr txBox="1"/>
          <p:nvPr/>
        </p:nvSpPr>
        <p:spPr>
          <a:xfrm>
            <a:off x="628022" y="1406769"/>
            <a:ext cx="6737420" cy="3416320"/>
          </a:xfrm>
          <a:prstGeom prst="rect">
            <a:avLst/>
          </a:prstGeom>
          <a:noFill/>
        </p:spPr>
        <p:txBody>
          <a:bodyPr wrap="square" rtlCol="0">
            <a:spAutoFit/>
          </a:bodyPr>
          <a:lstStyle/>
          <a:p>
            <a:pPr marL="342900" indent="-342900">
              <a:buFont typeface="Arial" panose="020B0604020202020204" pitchFamily="34" charset="0"/>
              <a:buChar char="•"/>
            </a:pPr>
            <a:r>
              <a:rPr lang="en-US" b="0" i="0" dirty="0">
                <a:solidFill>
                  <a:srgbClr val="000000"/>
                </a:solidFill>
                <a:effectLst/>
                <a:latin typeface="Calibri" panose="020F0502020204030204" pitchFamily="34" charset="0"/>
                <a:cs typeface="Calibri" panose="020F0502020204030204" pitchFamily="34" charset="0"/>
              </a:rPr>
              <a:t>C_QUEUE – Contains implementation of circular queue used by NV_LOG. Used for request queue computation. </a:t>
            </a:r>
          </a:p>
          <a:p>
            <a:pPr marL="342900" indent="-342900">
              <a:buFont typeface="Arial" panose="020B0604020202020204" pitchFamily="34" charset="0"/>
              <a:buChar char="•"/>
            </a:pPr>
            <a:endParaRPr lang="en-US" dirty="0">
              <a:solidFill>
                <a:srgbClr val="000000"/>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b="0" i="0" dirty="0">
                <a:solidFill>
                  <a:srgbClr val="000000"/>
                </a:solidFill>
                <a:effectLst/>
                <a:latin typeface="Calibri" panose="020F0502020204030204" pitchFamily="34" charset="0"/>
                <a:cs typeface="Calibri" panose="020F0502020204030204" pitchFamily="34" charset="0"/>
              </a:rPr>
              <a:t>CRC – Contains the functions needed for the calculation of the CRCs.</a:t>
            </a:r>
          </a:p>
          <a:p>
            <a:pPr marL="342900" indent="-342900">
              <a:buFont typeface="Arial" panose="020B0604020202020204" pitchFamily="34" charset="0"/>
              <a:buChar char="•"/>
            </a:pPr>
            <a:endParaRPr lang="en-US" b="0" i="0" dirty="0">
              <a:solidFill>
                <a:srgbClr val="000000"/>
              </a:solidFill>
              <a:effectLst/>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0" i="0" dirty="0">
                <a:solidFill>
                  <a:srgbClr val="000000"/>
                </a:solidFill>
                <a:effectLst/>
                <a:latin typeface="Calibri" panose="020F0502020204030204" pitchFamily="34" charset="0"/>
                <a:cs typeface="Calibri" panose="020F0502020204030204" pitchFamily="34" charset="0"/>
              </a:rPr>
              <a:t>FLASH – Contains implementation of the mock flash used for testing in the desktop environment. </a:t>
            </a:r>
          </a:p>
          <a:p>
            <a:pPr marL="285750" indent="-285750">
              <a:buFont typeface="Arial" panose="020B0604020202020204" pitchFamily="34" charset="0"/>
              <a:buChar char="•"/>
            </a:pPr>
            <a:endParaRPr lang="en-US" b="0" i="0" dirty="0">
              <a:solidFill>
                <a:srgbClr val="000000"/>
              </a:solidFill>
              <a:effectLst/>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IN" b="0" i="0" dirty="0">
                <a:solidFill>
                  <a:srgbClr val="000000"/>
                </a:solidFill>
                <a:effectLst/>
                <a:latin typeface="Calibri" panose="020F0502020204030204" pitchFamily="34" charset="0"/>
                <a:cs typeface="Calibri" panose="020F0502020204030204" pitchFamily="34" charset="0"/>
              </a:rPr>
              <a:t>nlohmann – Contains the functions to convert the data in the flash into a json format for storing in a file.</a:t>
            </a:r>
            <a:endParaRPr lang="en-IN" dirty="0">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1377542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757EA-FD57-4077-9C9E-2D756B148FED}"/>
              </a:ext>
            </a:extLst>
          </p:cNvPr>
          <p:cNvSpPr>
            <a:spLocks noGrp="1"/>
          </p:cNvSpPr>
          <p:nvPr>
            <p:ph type="title"/>
          </p:nvPr>
        </p:nvSpPr>
        <p:spPr>
          <a:xfrm>
            <a:off x="458100" y="21441"/>
            <a:ext cx="8227800" cy="1156284"/>
          </a:xfrm>
        </p:spPr>
        <p:txBody>
          <a:bodyPr/>
          <a:lstStyle/>
          <a:p>
            <a:pPr algn="ctr"/>
            <a:r>
              <a:rPr lang="en-IN" sz="2000" b="1" dirty="0"/>
              <a:t>CLASS ORGANIZATION</a:t>
            </a:r>
          </a:p>
        </p:txBody>
      </p:sp>
      <p:sp>
        <p:nvSpPr>
          <p:cNvPr id="7" name="TextBox 6">
            <a:extLst>
              <a:ext uri="{FF2B5EF4-FFF2-40B4-BE49-F238E27FC236}">
                <a16:creationId xmlns:a16="http://schemas.microsoft.com/office/drawing/2014/main" id="{2C7231EB-88BE-43BD-9D06-9BCD8CF5AA35}"/>
              </a:ext>
            </a:extLst>
          </p:cNvPr>
          <p:cNvSpPr txBox="1"/>
          <p:nvPr/>
        </p:nvSpPr>
        <p:spPr>
          <a:xfrm>
            <a:off x="125605" y="1043731"/>
            <a:ext cx="2870618" cy="4524315"/>
          </a:xfrm>
          <a:prstGeom prst="rect">
            <a:avLst/>
          </a:prstGeom>
          <a:noFill/>
        </p:spPr>
        <p:txBody>
          <a:bodyPr wrap="square" rtlCol="0">
            <a:spAutoFit/>
          </a:bodyPr>
          <a:lstStyle/>
          <a:p>
            <a:pPr marL="342900" indent="-342900">
              <a:buFont typeface="+mj-lt"/>
              <a:buAutoNum type="arabicPeriod"/>
            </a:pPr>
            <a:r>
              <a:rPr lang="en-IN" dirty="0">
                <a:effectLst/>
                <a:latin typeface="Calibri" panose="020F0502020204030204" pitchFamily="34" charset="0"/>
                <a:ea typeface="Calibri" panose="020F0502020204030204" pitchFamily="34" charset="0"/>
              </a:rPr>
              <a:t>NV_LOG class uses algorithms to decide how to maintain the logs within the flash.</a:t>
            </a:r>
          </a:p>
          <a:p>
            <a:pPr marL="342900" indent="-342900">
              <a:buFont typeface="+mj-lt"/>
              <a:buAutoNum type="arabicPeriod"/>
            </a:pPr>
            <a:endParaRPr lang="en-IN"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r>
              <a:rPr lang="en-IN" dirty="0">
                <a:effectLst/>
                <a:latin typeface="Calibri" panose="020F0502020204030204" pitchFamily="34" charset="0"/>
                <a:ea typeface="Calibri" panose="020F0502020204030204" pitchFamily="34" charset="0"/>
              </a:rPr>
              <a:t>NV_LOG_Interface class is used by NV_LOG to access the functions of the flash.</a:t>
            </a:r>
          </a:p>
          <a:p>
            <a:pPr marL="342900" indent="-342900">
              <a:buFont typeface="+mj-lt"/>
              <a:buAutoNum type="arabicPeriod"/>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r>
              <a:rPr lang="en-IN" dirty="0">
                <a:effectLst/>
                <a:latin typeface="Calibri" panose="020F0502020204030204" pitchFamily="34" charset="0"/>
                <a:ea typeface="Calibri" panose="020F0502020204030204" pitchFamily="34" charset="0"/>
              </a:rPr>
              <a:t>C_QUEUE class is a circular queue used to enqueue read and write requests and dequeue them once they have been served/completed. </a:t>
            </a:r>
            <a:endParaRPr lang="en-IN"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C49D1299-3EFB-48F4-A2E9-25905F6699B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73829" y="834013"/>
            <a:ext cx="5998866" cy="5707464"/>
          </a:xfrm>
          <a:prstGeom prst="rect">
            <a:avLst/>
          </a:prstGeom>
          <a:noFill/>
          <a:ln>
            <a:noFill/>
          </a:ln>
        </p:spPr>
      </p:pic>
    </p:spTree>
    <p:extLst>
      <p:ext uri="{BB962C8B-B14F-4D97-AF65-F5344CB8AC3E}">
        <p14:creationId xmlns:p14="http://schemas.microsoft.com/office/powerpoint/2010/main" val="1441903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7258-A115-496F-B2DC-92EC3A950E18}"/>
              </a:ext>
            </a:extLst>
          </p:cNvPr>
          <p:cNvSpPr>
            <a:spLocks noGrp="1"/>
          </p:cNvSpPr>
          <p:nvPr>
            <p:ph type="title"/>
          </p:nvPr>
        </p:nvSpPr>
        <p:spPr>
          <a:xfrm>
            <a:off x="202767" y="343241"/>
            <a:ext cx="8227800" cy="780535"/>
          </a:xfrm>
        </p:spPr>
        <p:txBody>
          <a:bodyPr/>
          <a:lstStyle/>
          <a:p>
            <a:pPr algn="ctr"/>
            <a:r>
              <a:rPr lang="en-IN" sz="2000" b="1" dirty="0"/>
              <a:t>DOCUMENTATION</a:t>
            </a:r>
          </a:p>
        </p:txBody>
      </p:sp>
      <p:sp>
        <p:nvSpPr>
          <p:cNvPr id="4" name="TextBox 3">
            <a:extLst>
              <a:ext uri="{FF2B5EF4-FFF2-40B4-BE49-F238E27FC236}">
                <a16:creationId xmlns:a16="http://schemas.microsoft.com/office/drawing/2014/main" id="{0D9026B1-2D6F-45AD-BDDF-2C244A9436EA}"/>
              </a:ext>
            </a:extLst>
          </p:cNvPr>
          <p:cNvSpPr txBox="1"/>
          <p:nvPr/>
        </p:nvSpPr>
        <p:spPr>
          <a:xfrm>
            <a:off x="854110" y="913716"/>
            <a:ext cx="7596554" cy="2031325"/>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Code Level Documentation – The code is sufficiently commented and also complies with the Sedemac coding guidelines.</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Software Design Document – A detailed document has been created.</a:t>
            </a:r>
          </a:p>
          <a:p>
            <a:pPr marL="285750"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cs typeface="Calibri" panose="020F0502020204030204" pitchFamily="34" charset="0"/>
              </a:rPr>
              <a:t>An excel based tool to derive NV Log parameters based on block media parameters.</a:t>
            </a:r>
          </a:p>
        </p:txBody>
      </p:sp>
      <p:sp>
        <p:nvSpPr>
          <p:cNvPr id="5" name="TextBox 4">
            <a:extLst>
              <a:ext uri="{FF2B5EF4-FFF2-40B4-BE49-F238E27FC236}">
                <a16:creationId xmlns:a16="http://schemas.microsoft.com/office/drawing/2014/main" id="{338E55DE-1F3A-4C31-B32D-3401171EBB46}"/>
              </a:ext>
            </a:extLst>
          </p:cNvPr>
          <p:cNvSpPr txBox="1"/>
          <p:nvPr/>
        </p:nvSpPr>
        <p:spPr>
          <a:xfrm>
            <a:off x="1054359" y="3429000"/>
            <a:ext cx="7035282" cy="2751651"/>
          </a:xfrm>
          <a:prstGeom prst="rect">
            <a:avLst/>
          </a:prstGeom>
          <a:noFill/>
        </p:spPr>
        <p:txBody>
          <a:bodyPr wrap="square" lIns="91440" tIns="45720" rIns="91440" bIns="45720" rtlCol="0" anchor="t">
            <a:spAutoFit/>
          </a:bodyPr>
          <a:lstStyle/>
          <a:p>
            <a:pPr>
              <a:lnSpc>
                <a:spcPct val="107000"/>
              </a:lnSpc>
              <a:spcAft>
                <a:spcPts val="800"/>
              </a:spcAft>
            </a:pPr>
            <a:r>
              <a:rPr lang="en-IN" dirty="0">
                <a:effectLst/>
                <a:latin typeface="Calibri"/>
                <a:ea typeface="Calibri" panose="020F0502020204030204" pitchFamily="34" charset="0"/>
                <a:cs typeface="Calibri"/>
              </a:rPr>
              <a:t>The test code is compiled</a:t>
            </a:r>
            <a:r>
              <a:rPr lang="en-IN" dirty="0">
                <a:latin typeface="Calibri"/>
                <a:ea typeface="Calibri" panose="020F0502020204030204" pitchFamily="34" charset="0"/>
                <a:cs typeface="Calibri"/>
              </a:rPr>
              <a:t>,</a:t>
            </a:r>
            <a:r>
              <a:rPr lang="en-IN" dirty="0">
                <a:effectLst/>
                <a:latin typeface="Calibri"/>
                <a:ea typeface="Calibri" panose="020F0502020204030204" pitchFamily="34" charset="0"/>
                <a:cs typeface="Calibri"/>
              </a:rPr>
              <a:t> and an executable is created using a Makefile where all the source files and their directories are included and used to make the object files.</a:t>
            </a:r>
            <a:r>
              <a:rPr lang="en-IN" dirty="0">
                <a:latin typeface="Calibri"/>
                <a:ea typeface="Calibri" panose="020F0502020204030204" pitchFamily="34" charset="0"/>
                <a:cs typeface="Calibri"/>
              </a:rPr>
              <a:t> </a:t>
            </a:r>
            <a:endParaRPr lang="en-IN" dirty="0">
              <a:effectLst/>
              <a:latin typeface="Calibri"/>
              <a:ea typeface="Calibri" panose="020F0502020204030204" pitchFamily="34" charset="0"/>
              <a:cs typeface="Calibri" panose="020F0502020204030204" pitchFamily="34" charset="0"/>
            </a:endParaRPr>
          </a:p>
          <a:p>
            <a:pPr marL="342900" indent="-342900">
              <a:lnSpc>
                <a:spcPct val="107000"/>
              </a:lnSpc>
              <a:spcAft>
                <a:spcPts val="800"/>
              </a:spcAft>
              <a:buAutoNum type="arabicPeriod"/>
            </a:pPr>
            <a:r>
              <a:rPr lang="en-IN" i="1" dirty="0">
                <a:effectLst/>
                <a:latin typeface="Calibri" panose="020F0502020204030204" pitchFamily="34" charset="0"/>
                <a:ea typeface="Calibri" panose="020F0502020204030204" pitchFamily="34" charset="0"/>
                <a:cs typeface="Calibri" panose="020F0502020204030204" pitchFamily="34" charset="0"/>
              </a:rPr>
              <a:t>Make clean</a:t>
            </a:r>
            <a:r>
              <a:rPr lang="en-IN" dirty="0">
                <a:effectLst/>
                <a:latin typeface="Calibri" panose="020F0502020204030204" pitchFamily="34" charset="0"/>
                <a:ea typeface="Calibri" panose="020F0502020204030204" pitchFamily="34" charset="0"/>
                <a:cs typeface="Calibri" panose="020F0502020204030204" pitchFamily="34" charset="0"/>
              </a:rPr>
              <a:t> – Cleans up the old object files and removes the executable. </a:t>
            </a:r>
          </a:p>
          <a:p>
            <a:pPr>
              <a:lnSpc>
                <a:spcPct val="107000"/>
              </a:lnSpc>
              <a:spcAft>
                <a:spcPts val="800"/>
              </a:spcAft>
            </a:pPr>
            <a:r>
              <a:rPr lang="en-IN" dirty="0">
                <a:effectLst/>
                <a:latin typeface="Calibri" panose="020F0502020204030204" pitchFamily="34" charset="0"/>
                <a:ea typeface="Calibri" panose="020F0502020204030204" pitchFamily="34" charset="0"/>
                <a:cs typeface="Calibri" panose="020F0502020204030204" pitchFamily="34" charset="0"/>
              </a:rPr>
              <a:t>2. </a:t>
            </a:r>
            <a:r>
              <a:rPr lang="en-IN" i="1" dirty="0">
                <a:effectLst/>
                <a:latin typeface="Calibri" panose="020F0502020204030204" pitchFamily="34" charset="0"/>
                <a:ea typeface="Calibri" panose="020F0502020204030204" pitchFamily="34" charset="0"/>
                <a:cs typeface="Calibri" panose="020F0502020204030204" pitchFamily="34" charset="0"/>
              </a:rPr>
              <a:t>Make</a:t>
            </a:r>
            <a:r>
              <a:rPr lang="en-IN" dirty="0">
                <a:effectLst/>
                <a:latin typeface="Calibri" panose="020F0502020204030204" pitchFamily="34" charset="0"/>
                <a:ea typeface="Calibri" panose="020F0502020204030204" pitchFamily="34" charset="0"/>
                <a:cs typeface="Calibri" panose="020F0502020204030204" pitchFamily="34" charset="0"/>
              </a:rPr>
              <a:t> – Creates the dependencies (object files) according to the rules and make files and creates the executable.</a:t>
            </a:r>
          </a:p>
          <a:p>
            <a:pPr>
              <a:spcAft>
                <a:spcPts val="800"/>
              </a:spcAft>
            </a:pPr>
            <a:r>
              <a:rPr lang="en-IN" dirty="0">
                <a:effectLst/>
                <a:latin typeface="Calibri" panose="020F0502020204030204" pitchFamily="34" charset="0"/>
                <a:ea typeface="Calibri" panose="020F0502020204030204" pitchFamily="34" charset="0"/>
                <a:cs typeface="Calibri" panose="020F0502020204030204" pitchFamily="34" charset="0"/>
              </a:rPr>
              <a:t>3. </a:t>
            </a:r>
            <a:r>
              <a:rPr lang="en-IN" i="1" dirty="0">
                <a:effectLst/>
                <a:latin typeface="Calibri" panose="020F0502020204030204" pitchFamily="34" charset="0"/>
                <a:ea typeface="Calibri" panose="020F0502020204030204" pitchFamily="34" charset="0"/>
                <a:cs typeface="Calibri" panose="020F0502020204030204" pitchFamily="34" charset="0"/>
              </a:rPr>
              <a:t>Make run</a:t>
            </a:r>
            <a:r>
              <a:rPr lang="en-IN" dirty="0">
                <a:effectLst/>
                <a:latin typeface="Calibri" panose="020F0502020204030204" pitchFamily="34" charset="0"/>
                <a:ea typeface="Calibri" panose="020F0502020204030204" pitchFamily="34" charset="0"/>
                <a:cs typeface="Calibri" panose="020F0502020204030204" pitchFamily="34" charset="0"/>
              </a:rPr>
              <a:t> – Runs the created executable</a:t>
            </a:r>
            <a:r>
              <a:rPr lang="en-IN" dirty="0">
                <a:effectLst/>
                <a:latin typeface="Calibri" panose="020F0502020204030204" pitchFamily="34" charset="0"/>
                <a:cs typeface="Calibri" panose="020F0502020204030204" pitchFamily="34" charset="0"/>
              </a:rPr>
              <a:t> </a:t>
            </a:r>
            <a:r>
              <a:rPr lang="en-IN" dirty="0">
                <a:effectLst/>
                <a:latin typeface="Calibri" panose="020F0502020204030204" pitchFamily="34" charset="0"/>
                <a:ea typeface="Calibri" panose="020F0502020204030204" pitchFamily="34" charset="0"/>
                <a:cs typeface="Calibri" panose="020F0502020204030204" pitchFamily="34" charset="0"/>
              </a:rPr>
              <a:t> </a:t>
            </a:r>
          </a:p>
        </p:txBody>
      </p:sp>
      <p:sp>
        <p:nvSpPr>
          <p:cNvPr id="6" name="Title 1">
            <a:extLst>
              <a:ext uri="{FF2B5EF4-FFF2-40B4-BE49-F238E27FC236}">
                <a16:creationId xmlns:a16="http://schemas.microsoft.com/office/drawing/2014/main" id="{9A4C0A5C-B9A6-4B83-924B-CFE1AE80B06F}"/>
              </a:ext>
            </a:extLst>
          </p:cNvPr>
          <p:cNvSpPr txBox="1">
            <a:spLocks/>
          </p:cNvSpPr>
          <p:nvPr/>
        </p:nvSpPr>
        <p:spPr>
          <a:xfrm>
            <a:off x="305939" y="2690446"/>
            <a:ext cx="8227800" cy="1143000"/>
          </a:xfrm>
          <a:prstGeom prst="rect">
            <a:avLst/>
          </a:prstGeom>
        </p:spPr>
        <p:txBody>
          <a:bodyPr wrap="none"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000" b="1" dirty="0"/>
              <a:t>HOW TO RUN TESTS</a:t>
            </a:r>
          </a:p>
        </p:txBody>
      </p:sp>
    </p:spTree>
    <p:extLst>
      <p:ext uri="{BB962C8B-B14F-4D97-AF65-F5344CB8AC3E}">
        <p14:creationId xmlns:p14="http://schemas.microsoft.com/office/powerpoint/2010/main" val="732813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ustomShape 1"/>
          <p:cNvSpPr/>
          <p:nvPr/>
        </p:nvSpPr>
        <p:spPr>
          <a:xfrm>
            <a:off x="1031760" y="1644480"/>
            <a:ext cx="7216560" cy="642600"/>
          </a:xfrm>
          <a:prstGeom prst="rect">
            <a:avLst/>
          </a:prstGeom>
        </p:spPr>
      </p:sp>
      <p:sp>
        <p:nvSpPr>
          <p:cNvPr id="130" name="TextShape 2"/>
          <p:cNvSpPr txBox="1"/>
          <p:nvPr/>
        </p:nvSpPr>
        <p:spPr>
          <a:xfrm>
            <a:off x="2952000" y="3096000"/>
            <a:ext cx="3476935" cy="491262"/>
          </a:xfrm>
          <a:prstGeom prst="rect">
            <a:avLst/>
          </a:prstGeom>
        </p:spPr>
        <p:txBody>
          <a:bodyPr wrap="none" lIns="90000" tIns="45000" rIns="90000" bIns="45000"/>
          <a:lstStyle/>
          <a:p>
            <a:pPr algn="ctr">
              <a:buSzPct val="25000"/>
            </a:pPr>
            <a:r>
              <a:rPr lang="en-IN" sz="2400" b="1" dirty="0">
                <a:latin typeface="+mj-lt"/>
              </a:rPr>
              <a:t>END OF PRESENTATION</a:t>
            </a:r>
            <a:endParaRPr sz="2400" dirty="0">
              <a:latin typeface="+mj-l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4852AB1FCCB343B38344B0B41716E7" ma:contentTypeVersion="4" ma:contentTypeDescription="Create a new document." ma:contentTypeScope="" ma:versionID="f57a7f1b5c317f36fa4575c76f10c8d6">
  <xsd:schema xmlns:xsd="http://www.w3.org/2001/XMLSchema" xmlns:xs="http://www.w3.org/2001/XMLSchema" xmlns:p="http://schemas.microsoft.com/office/2006/metadata/properties" xmlns:ns2="1368c656-b5be-4b92-a170-f03a090da0eb" targetNamespace="http://schemas.microsoft.com/office/2006/metadata/properties" ma:root="true" ma:fieldsID="b98c730d7438e2e74b9a9e51b5f2929e" ns2:_="">
    <xsd:import namespace="1368c656-b5be-4b92-a170-f03a090da0e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68c656-b5be-4b92-a170-f03a090da0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DD5F4E-7080-48BE-B635-D53CCFADFE2E}"/>
</file>

<file path=customXml/itemProps2.xml><?xml version="1.0" encoding="utf-8"?>
<ds:datastoreItem xmlns:ds="http://schemas.openxmlformats.org/officeDocument/2006/customXml" ds:itemID="{F32AA76B-ACEF-44F0-B3CD-487C12129EF6}"/>
</file>

<file path=customXml/itemProps3.xml><?xml version="1.0" encoding="utf-8"?>
<ds:datastoreItem xmlns:ds="http://schemas.openxmlformats.org/officeDocument/2006/customXml" ds:itemID="{5CBF589D-448F-43E4-BFE0-522900BDFE2C}"/>
</file>

<file path=docProps/app.xml><?xml version="1.0" encoding="utf-8"?>
<Properties xmlns="http://schemas.openxmlformats.org/officeDocument/2006/extended-properties" xmlns:vt="http://schemas.openxmlformats.org/officeDocument/2006/docPropsVTypes">
  <TotalTime>3379</TotalTime>
  <Words>2658</Words>
  <Application>Microsoft Office PowerPoint</Application>
  <PresentationFormat>On-screen Show (4:3)</PresentationFormat>
  <Paragraphs>457</Paragraphs>
  <Slides>30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Calibri Light</vt:lpstr>
      <vt:lpstr>Cambria Math</vt:lpstr>
      <vt:lpstr>Century Gothic</vt:lpstr>
      <vt:lpstr>StarSymbol</vt:lpstr>
      <vt:lpstr>Times New Roman</vt:lpstr>
      <vt:lpstr>Office Theme</vt:lpstr>
      <vt:lpstr>PowerPoint Presentation</vt:lpstr>
      <vt:lpstr>PROBLEM STATEMENT</vt:lpstr>
      <vt:lpstr>DEFINITION OF THE NV LOG PARAMETERS</vt:lpstr>
      <vt:lpstr>PowerPoint Presentation</vt:lpstr>
      <vt:lpstr>NV LOG Algorithms </vt:lpstr>
      <vt:lpstr>INITIALIZATION</vt:lpstr>
      <vt:lpstr>PowerPoint Presentation</vt:lpstr>
      <vt:lpstr>PowerPoint Presentation</vt:lpstr>
      <vt:lpstr>PowerPoint Presentation</vt:lpstr>
      <vt:lpstr>READING A REQUEST </vt:lpstr>
      <vt:lpstr>PowerPoint Presentation</vt:lpstr>
      <vt:lpstr>PowerPoint Presentation</vt:lpstr>
      <vt:lpstr>READING AN ENTRY </vt:lpstr>
      <vt:lpstr>PowerPoint Presentation</vt:lpstr>
      <vt:lpstr>UPDATING THE WP </vt:lpstr>
      <vt:lpstr>CORNER CASES </vt:lpstr>
      <vt:lpstr>PowerPoint Presentation</vt:lpstr>
      <vt:lpstr>PowerPoint Presentation</vt:lpstr>
      <vt:lpstr>EXAMPLE IMPLEMENTATION</vt:lpstr>
      <vt:lpstr>DESIGN</vt:lpstr>
      <vt:lpstr>PowerPoint Presentation</vt:lpstr>
      <vt:lpstr>STATE MACHINES</vt:lpstr>
      <vt:lpstr>SOFTWARE WORK FLOW</vt:lpstr>
      <vt:lpstr>PowerPoint Presentation</vt:lpstr>
      <vt:lpstr>UNIT TESTS</vt:lpstr>
      <vt:lpstr>DIRECTORY STRUCTURE</vt:lpstr>
      <vt:lpstr>DIRECTORY STRUCTURE</vt:lpstr>
      <vt:lpstr>CLASS ORGANIZATION</vt:lpstr>
      <vt:lpstr>DOCUMENTATION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Naveen Ramaswamy</cp:lastModifiedBy>
  <cp:revision>205</cp:revision>
  <dcterms:modified xsi:type="dcterms:W3CDTF">2021-07-21T10:32:22Z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0x010100854852AB1FCCB343B38344B0B41716E7</vt:lpwstr>
  </property>
</Properties>
</file>